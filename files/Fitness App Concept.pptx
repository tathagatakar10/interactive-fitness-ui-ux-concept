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4500563" cy="9756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A0A0A0"/>
    <a:srgbClr val="757575"/>
    <a:srgbClr val="B0C4DE"/>
    <a:srgbClr val="B2C2B2"/>
    <a:srgbClr val="EADCC4"/>
    <a:srgbClr val="D4A59A"/>
    <a:srgbClr val="A67C72"/>
    <a:srgbClr val="DDC18B"/>
    <a:srgbClr val="D4B2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15" autoAdjust="0"/>
    <p:restoredTop sz="94660"/>
  </p:normalViewPr>
  <p:slideViewPr>
    <p:cSldViewPr snapToGrid="0">
      <p:cViewPr varScale="1">
        <p:scale>
          <a:sx n="57" d="100"/>
          <a:sy n="57" d="100"/>
        </p:scale>
        <p:origin x="340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aditya Kar" userId="63bb9a6a6b4bf695" providerId="LiveId" clId="{5183D004-2A32-4A39-B88F-DCF2FFD82025}"/>
    <pc:docChg chg="undo custSel modSld modShowInfo">
      <pc:chgData name="Siladitya Kar" userId="63bb9a6a6b4bf695" providerId="LiveId" clId="{5183D004-2A32-4A39-B88F-DCF2FFD82025}" dt="2026-09-21T08:57:32.340" v="122" actId="2744"/>
      <pc:docMkLst>
        <pc:docMk/>
      </pc:docMkLst>
      <pc:sldChg chg="addSp delSp modSp mod modTransition">
        <pc:chgData name="Siladitya Kar" userId="63bb9a6a6b4bf695" providerId="LiveId" clId="{5183D004-2A32-4A39-B88F-DCF2FFD82025}" dt="2026-09-21T08:45:52.817" v="103" actId="165"/>
        <pc:sldMkLst>
          <pc:docMk/>
          <pc:sldMk cId="1021878634" sldId="256"/>
        </pc:sldMkLst>
        <pc:spChg chg="add mod ord">
          <ac:chgData name="Siladitya Kar" userId="63bb9a6a6b4bf695" providerId="LiveId" clId="{5183D004-2A32-4A39-B88F-DCF2FFD82025}" dt="2026-09-21T08:40:10.969" v="85" actId="13244"/>
          <ac:spMkLst>
            <pc:docMk/>
            <pc:sldMk cId="1021878634" sldId="256"/>
            <ac:spMk id="2" creationId="{1751F06A-ADE0-F16D-56E6-2817592BE10D}"/>
          </ac:spMkLst>
        </pc:spChg>
        <pc:spChg chg="mod topLvl">
          <ac:chgData name="Siladitya Kar" userId="63bb9a6a6b4bf695" providerId="LiveId" clId="{5183D004-2A32-4A39-B88F-DCF2FFD82025}" dt="2026-09-21T08:45:52.817" v="103" actId="165"/>
          <ac:spMkLst>
            <pc:docMk/>
            <pc:sldMk cId="1021878634" sldId="256"/>
            <ac:spMk id="11" creationId="{B6ECE2F1-1F9C-7370-2AEA-5D4965E7106A}"/>
          </ac:spMkLst>
        </pc:spChg>
        <pc:spChg chg="mod topLvl">
          <ac:chgData name="Siladitya Kar" userId="63bb9a6a6b4bf695" providerId="LiveId" clId="{5183D004-2A32-4A39-B88F-DCF2FFD82025}" dt="2026-09-21T08:45:52.817" v="103" actId="165"/>
          <ac:spMkLst>
            <pc:docMk/>
            <pc:sldMk cId="1021878634" sldId="256"/>
            <ac:spMk id="15" creationId="{0379DDA6-36E6-BB35-B567-3DB2084D174E}"/>
          </ac:spMkLst>
        </pc:spChg>
        <pc:spChg chg="mod topLvl">
          <ac:chgData name="Siladitya Kar" userId="63bb9a6a6b4bf695" providerId="LiveId" clId="{5183D004-2A32-4A39-B88F-DCF2FFD82025}" dt="2026-09-21T08:45:52.817" v="103" actId="165"/>
          <ac:spMkLst>
            <pc:docMk/>
            <pc:sldMk cId="1021878634" sldId="256"/>
            <ac:spMk id="16" creationId="{AF819BC4-9702-EBD2-FBF2-2A1B305023FA}"/>
          </ac:spMkLst>
        </pc:spChg>
        <pc:spChg chg="mod topLvl">
          <ac:chgData name="Siladitya Kar" userId="63bb9a6a6b4bf695" providerId="LiveId" clId="{5183D004-2A32-4A39-B88F-DCF2FFD82025}" dt="2026-09-21T08:45:52.817" v="103" actId="165"/>
          <ac:spMkLst>
            <pc:docMk/>
            <pc:sldMk cId="1021878634" sldId="256"/>
            <ac:spMk id="17" creationId="{8E0BE4C6-597C-B6ED-92C5-B5C09651FE3F}"/>
          </ac:spMkLst>
        </pc:spChg>
        <pc:grpChg chg="add mod ord">
          <ac:chgData name="Siladitya Kar" userId="63bb9a6a6b4bf695" providerId="LiveId" clId="{5183D004-2A32-4A39-B88F-DCF2FFD82025}" dt="2026-09-21T08:09:37.545" v="11" actId="164"/>
          <ac:grpSpMkLst>
            <pc:docMk/>
            <pc:sldMk cId="1021878634" sldId="256"/>
            <ac:grpSpMk id="3" creationId="{D2B01278-B873-97E1-7D1D-BFF86B78F281}"/>
          </ac:grpSpMkLst>
        </pc:grpChg>
        <pc:grpChg chg="add del mod ord">
          <ac:chgData name="Siladitya Kar" userId="63bb9a6a6b4bf695" providerId="LiveId" clId="{5183D004-2A32-4A39-B88F-DCF2FFD82025}" dt="2026-09-21T08:27:06.391" v="73" actId="165"/>
          <ac:grpSpMkLst>
            <pc:docMk/>
            <pc:sldMk cId="1021878634" sldId="256"/>
            <ac:grpSpMk id="4" creationId="{5D652033-D70A-7F6F-6AE1-C66A3821F58F}"/>
          </ac:grpSpMkLst>
        </pc:grpChg>
        <pc:grpChg chg="add del mod">
          <ac:chgData name="Siladitya Kar" userId="63bb9a6a6b4bf695" providerId="LiveId" clId="{5183D004-2A32-4A39-B88F-DCF2FFD82025}" dt="2026-09-21T08:45:52.817" v="103" actId="165"/>
          <ac:grpSpMkLst>
            <pc:docMk/>
            <pc:sldMk cId="1021878634" sldId="256"/>
            <ac:grpSpMk id="6" creationId="{3348BE31-B03D-94A3-AA0E-CC14612BFC73}"/>
          </ac:grpSpMkLst>
        </pc:grpChg>
        <pc:picChg chg="mod topLvl">
          <ac:chgData name="Siladitya Kar" userId="63bb9a6a6b4bf695" providerId="LiveId" clId="{5183D004-2A32-4A39-B88F-DCF2FFD82025}" dt="2026-09-21T08:45:52.817" v="103" actId="165"/>
          <ac:picMkLst>
            <pc:docMk/>
            <pc:sldMk cId="1021878634" sldId="256"/>
            <ac:picMk id="5" creationId="{92203297-4C66-F98A-FDE2-632FA6A23820}"/>
          </ac:picMkLst>
        </pc:picChg>
        <pc:picChg chg="mod topLvl">
          <ac:chgData name="Siladitya Kar" userId="63bb9a6a6b4bf695" providerId="LiveId" clId="{5183D004-2A32-4A39-B88F-DCF2FFD82025}" dt="2026-09-21T08:45:52.817" v="103" actId="165"/>
          <ac:picMkLst>
            <pc:docMk/>
            <pc:sldMk cId="1021878634" sldId="256"/>
            <ac:picMk id="20" creationId="{B055E4A6-2BBC-3AED-E16C-FB09C615FE5F}"/>
          </ac:picMkLst>
        </pc:picChg>
        <pc:picChg chg="mod topLvl">
          <ac:chgData name="Siladitya Kar" userId="63bb9a6a6b4bf695" providerId="LiveId" clId="{5183D004-2A32-4A39-B88F-DCF2FFD82025}" dt="2026-09-21T08:45:52.817" v="103" actId="165"/>
          <ac:picMkLst>
            <pc:docMk/>
            <pc:sldMk cId="1021878634" sldId="256"/>
            <ac:picMk id="25" creationId="{C7A7770C-881F-13D0-DF4D-B8E36F51B326}"/>
          </ac:picMkLst>
        </pc:picChg>
        <pc:picChg chg="mod topLvl">
          <ac:chgData name="Siladitya Kar" userId="63bb9a6a6b4bf695" providerId="LiveId" clId="{5183D004-2A32-4A39-B88F-DCF2FFD82025}" dt="2026-09-21T08:45:52.817" v="103" actId="165"/>
          <ac:picMkLst>
            <pc:docMk/>
            <pc:sldMk cId="1021878634" sldId="256"/>
            <ac:picMk id="29" creationId="{5290C2C7-243E-DEC1-799E-0CEBEE0FB695}"/>
          </ac:picMkLst>
        </pc:picChg>
        <pc:picChg chg="mod ord topLvl">
          <ac:chgData name="Siladitya Kar" userId="63bb9a6a6b4bf695" providerId="LiveId" clId="{5183D004-2A32-4A39-B88F-DCF2FFD82025}" dt="2026-09-21T08:45:52.817" v="103" actId="165"/>
          <ac:picMkLst>
            <pc:docMk/>
            <pc:sldMk cId="1021878634" sldId="256"/>
            <ac:picMk id="31" creationId="{84F8781C-84E4-949A-9EE8-D232F9C0203E}"/>
          </ac:picMkLst>
        </pc:picChg>
      </pc:sldChg>
      <pc:sldChg chg="addSp delSp modSp mod modTransition">
        <pc:chgData name="Siladitya Kar" userId="63bb9a6a6b4bf695" providerId="LiveId" clId="{5183D004-2A32-4A39-B88F-DCF2FFD82025}" dt="2026-09-21T08:47:28.970" v="116" actId="962"/>
        <pc:sldMkLst>
          <pc:docMk/>
          <pc:sldMk cId="4037810890" sldId="257"/>
        </pc:sldMkLst>
        <pc:spChg chg="add mod ord">
          <ac:chgData name="Siladitya Kar" userId="63bb9a6a6b4bf695" providerId="LiveId" clId="{5183D004-2A32-4A39-B88F-DCF2FFD82025}" dt="2026-09-21T08:12:31.861" v="20"/>
          <ac:spMkLst>
            <pc:docMk/>
            <pc:sldMk cId="4037810890" sldId="257"/>
            <ac:spMk id="4" creationId="{D95338ED-5A29-B2E8-C68B-A3D31D90FA53}"/>
          </ac:spMkLst>
        </pc:spChg>
        <pc:spChg chg="add del mod">
          <ac:chgData name="Siladitya Kar" userId="63bb9a6a6b4bf695" providerId="LiveId" clId="{5183D004-2A32-4A39-B88F-DCF2FFD82025}" dt="2026-09-21T08:12:45.597" v="23"/>
          <ac:spMkLst>
            <pc:docMk/>
            <pc:sldMk cId="4037810890" sldId="257"/>
            <ac:spMk id="6" creationId="{7C4E23A0-1BFC-B69A-54BB-4D48643A99D8}"/>
          </ac:spMkLst>
        </pc:spChg>
        <pc:spChg chg="mod topLvl">
          <ac:chgData name="Siladitya Kar" userId="63bb9a6a6b4bf695" providerId="LiveId" clId="{5183D004-2A32-4A39-B88F-DCF2FFD82025}" dt="2026-09-21T08:47:28.970" v="116" actId="962"/>
          <ac:spMkLst>
            <pc:docMk/>
            <pc:sldMk cId="4037810890" sldId="257"/>
            <ac:spMk id="11" creationId="{94B7A04E-37EF-104D-652D-A6D193289748}"/>
          </ac:spMkLst>
        </pc:spChg>
        <pc:spChg chg="mod topLvl">
          <ac:chgData name="Siladitya Kar" userId="63bb9a6a6b4bf695" providerId="LiveId" clId="{5183D004-2A32-4A39-B88F-DCF2FFD82025}" dt="2026-09-21T08:47:24.271" v="115" actId="962"/>
          <ac:spMkLst>
            <pc:docMk/>
            <pc:sldMk cId="4037810890" sldId="257"/>
            <ac:spMk id="15" creationId="{A9827D2C-2FC8-48C3-E37B-A2E060DAD575}"/>
          </ac:spMkLst>
        </pc:spChg>
        <pc:spChg chg="mod topLvl">
          <ac:chgData name="Siladitya Kar" userId="63bb9a6a6b4bf695" providerId="LiveId" clId="{5183D004-2A32-4A39-B88F-DCF2FFD82025}" dt="2026-09-21T08:47:20.013" v="114" actId="962"/>
          <ac:spMkLst>
            <pc:docMk/>
            <pc:sldMk cId="4037810890" sldId="257"/>
            <ac:spMk id="16" creationId="{7A4DA7F3-C8F8-B002-0A0B-D1CD4F6BFB77}"/>
          </ac:spMkLst>
        </pc:spChg>
        <pc:spChg chg="mod topLvl">
          <ac:chgData name="Siladitya Kar" userId="63bb9a6a6b4bf695" providerId="LiveId" clId="{5183D004-2A32-4A39-B88F-DCF2FFD82025}" dt="2026-09-21T08:47:15.836" v="113" actId="962"/>
          <ac:spMkLst>
            <pc:docMk/>
            <pc:sldMk cId="4037810890" sldId="257"/>
            <ac:spMk id="17" creationId="{A87DBB46-EA97-414E-8C85-C639566B937C}"/>
          </ac:spMkLst>
        </pc:spChg>
        <pc:spChg chg="mod topLvl">
          <ac:chgData name="Siladitya Kar" userId="63bb9a6a6b4bf695" providerId="LiveId" clId="{5183D004-2A32-4A39-B88F-DCF2FFD82025}" dt="2026-09-21T08:46:35.526" v="106" actId="962"/>
          <ac:spMkLst>
            <pc:docMk/>
            <pc:sldMk cId="4037810890" sldId="257"/>
            <ac:spMk id="21" creationId="{E1EECA8E-3860-4143-EDC3-6FD7D996682A}"/>
          </ac:spMkLst>
        </pc:spChg>
        <pc:spChg chg="mod ord topLvl">
          <ac:chgData name="Siladitya Kar" userId="63bb9a6a6b4bf695" providerId="LiveId" clId="{5183D004-2A32-4A39-B88F-DCF2FFD82025}" dt="2026-09-21T08:46:40.477" v="107" actId="962"/>
          <ac:spMkLst>
            <pc:docMk/>
            <pc:sldMk cId="4037810890" sldId="257"/>
            <ac:spMk id="23" creationId="{534D2C10-D407-CE37-9E05-5BCDA1A64F3A}"/>
          </ac:spMkLst>
        </pc:spChg>
        <pc:spChg chg="mod topLvl">
          <ac:chgData name="Siladitya Kar" userId="63bb9a6a6b4bf695" providerId="LiveId" clId="{5183D004-2A32-4A39-B88F-DCF2FFD82025}" dt="2026-09-21T08:46:30.878" v="105" actId="962"/>
          <ac:spMkLst>
            <pc:docMk/>
            <pc:sldMk cId="4037810890" sldId="257"/>
            <ac:spMk id="26" creationId="{BB0FBA82-8C12-F76A-9907-B40ABDB71424}"/>
          </ac:spMkLst>
        </pc:spChg>
        <pc:spChg chg="mod topLvl">
          <ac:chgData name="Siladitya Kar" userId="63bb9a6a6b4bf695" providerId="LiveId" clId="{5183D004-2A32-4A39-B88F-DCF2FFD82025}" dt="2026-09-21T08:46:26.150" v="104" actId="962"/>
          <ac:spMkLst>
            <pc:docMk/>
            <pc:sldMk cId="4037810890" sldId="257"/>
            <ac:spMk id="28" creationId="{07E9F2A3-9EF4-EEF5-DEE0-D695C069FDB8}"/>
          </ac:spMkLst>
        </pc:spChg>
        <pc:grpChg chg="mod">
          <ac:chgData name="Siladitya Kar" userId="63bb9a6a6b4bf695" providerId="LiveId" clId="{5183D004-2A32-4A39-B88F-DCF2FFD82025}" dt="2026-09-21T08:42:26.667" v="87" actId="962"/>
          <ac:grpSpMkLst>
            <pc:docMk/>
            <pc:sldMk cId="4037810890" sldId="257"/>
            <ac:grpSpMk id="8" creationId="{82BA45B6-1952-DD19-799A-4F5F0D41C1C0}"/>
          </ac:grpSpMkLst>
        </pc:grpChg>
        <pc:picChg chg="mod">
          <ac:chgData name="Siladitya Kar" userId="63bb9a6a6b4bf695" providerId="LiveId" clId="{5183D004-2A32-4A39-B88F-DCF2FFD82025}" dt="2026-09-21T08:47:05.707" v="111" actId="962"/>
          <ac:picMkLst>
            <pc:docMk/>
            <pc:sldMk cId="4037810890" sldId="257"/>
            <ac:picMk id="3" creationId="{DF687609-AB98-649E-B1D6-09F84B04EDE8}"/>
          </ac:picMkLst>
        </pc:picChg>
        <pc:picChg chg="mod">
          <ac:chgData name="Siladitya Kar" userId="63bb9a6a6b4bf695" providerId="LiveId" clId="{5183D004-2A32-4A39-B88F-DCF2FFD82025}" dt="2026-09-21T08:47:09.543" v="112" actId="962"/>
          <ac:picMkLst>
            <pc:docMk/>
            <pc:sldMk cId="4037810890" sldId="257"/>
            <ac:picMk id="5" creationId="{5CA928B3-F887-C1B2-ED22-D7DC74D00DDE}"/>
          </ac:picMkLst>
        </pc:picChg>
        <pc:picChg chg="mod topLvl">
          <ac:chgData name="Siladitya Kar" userId="63bb9a6a6b4bf695" providerId="LiveId" clId="{5183D004-2A32-4A39-B88F-DCF2FFD82025}" dt="2026-09-21T08:47:00.297" v="110" actId="962"/>
          <ac:picMkLst>
            <pc:docMk/>
            <pc:sldMk cId="4037810890" sldId="257"/>
            <ac:picMk id="7" creationId="{7E97EFF6-D030-C1AA-EEE0-EEC394344627}"/>
          </ac:picMkLst>
        </pc:picChg>
        <pc:picChg chg="mod">
          <ac:chgData name="Siladitya Kar" userId="63bb9a6a6b4bf695" providerId="LiveId" clId="{5183D004-2A32-4A39-B88F-DCF2FFD82025}" dt="2026-09-21T08:46:53.727" v="109" actId="962"/>
          <ac:picMkLst>
            <pc:docMk/>
            <pc:sldMk cId="4037810890" sldId="257"/>
            <ac:picMk id="12" creationId="{69F0C12D-942A-D91F-6272-73C3408BA986}"/>
          </ac:picMkLst>
        </pc:picChg>
        <pc:picChg chg="mod topLvl">
          <ac:chgData name="Siladitya Kar" userId="63bb9a6a6b4bf695" providerId="LiveId" clId="{5183D004-2A32-4A39-B88F-DCF2FFD82025}" dt="2026-09-21T08:46:46.507" v="108" actId="962"/>
          <ac:picMkLst>
            <pc:docMk/>
            <pc:sldMk cId="4037810890" sldId="257"/>
            <ac:picMk id="14" creationId="{BA5FADE3-ED65-6000-8568-FF6AD4BC5CA2}"/>
          </ac:picMkLst>
        </pc:picChg>
      </pc:sldChg>
      <pc:sldChg chg="addSp modSp mod modTransition">
        <pc:chgData name="Siladitya Kar" userId="63bb9a6a6b4bf695" providerId="LiveId" clId="{5183D004-2A32-4A39-B88F-DCF2FFD82025}" dt="2026-09-21T08:32:38.102" v="81"/>
        <pc:sldMkLst>
          <pc:docMk/>
          <pc:sldMk cId="3636783906" sldId="258"/>
        </pc:sldMkLst>
        <pc:spChg chg="add mod ord">
          <ac:chgData name="Siladitya Kar" userId="63bb9a6a6b4bf695" providerId="LiveId" clId="{5183D004-2A32-4A39-B88F-DCF2FFD82025}" dt="2026-09-21T08:13:15.042" v="26"/>
          <ac:spMkLst>
            <pc:docMk/>
            <pc:sldMk cId="3636783906" sldId="258"/>
            <ac:spMk id="4" creationId="{03390069-A07E-0A2D-47A5-DA584C01F311}"/>
          </ac:spMkLst>
        </pc:spChg>
      </pc:sldChg>
      <pc:sldChg chg="addSp modSp mod modTransition">
        <pc:chgData name="Siladitya Kar" userId="63bb9a6a6b4bf695" providerId="LiveId" clId="{5183D004-2A32-4A39-B88F-DCF2FFD82025}" dt="2026-09-21T08:32:38.102" v="81"/>
        <pc:sldMkLst>
          <pc:docMk/>
          <pc:sldMk cId="864613221" sldId="259"/>
        </pc:sldMkLst>
        <pc:spChg chg="add mod ord">
          <ac:chgData name="Siladitya Kar" userId="63bb9a6a6b4bf695" providerId="LiveId" clId="{5183D004-2A32-4A39-B88F-DCF2FFD82025}" dt="2026-09-21T08:13:42.974" v="31" actId="13244"/>
          <ac:spMkLst>
            <pc:docMk/>
            <pc:sldMk cId="864613221" sldId="259"/>
            <ac:spMk id="3" creationId="{0E8050F3-F4EB-481B-A94E-3E09724592C2}"/>
          </ac:spMkLst>
        </pc:spChg>
      </pc:sldChg>
      <pc:sldChg chg="addSp modSp mod modTransition">
        <pc:chgData name="Siladitya Kar" userId="63bb9a6a6b4bf695" providerId="LiveId" clId="{5183D004-2A32-4A39-B88F-DCF2FFD82025}" dt="2026-09-21T08:32:38.102" v="81"/>
        <pc:sldMkLst>
          <pc:docMk/>
          <pc:sldMk cId="1171049687" sldId="260"/>
        </pc:sldMkLst>
        <pc:spChg chg="add mod ord">
          <ac:chgData name="Siladitya Kar" userId="63bb9a6a6b4bf695" providerId="LiveId" clId="{5183D004-2A32-4A39-B88F-DCF2FFD82025}" dt="2026-09-21T08:14:34.958" v="33" actId="1036"/>
          <ac:spMkLst>
            <pc:docMk/>
            <pc:sldMk cId="1171049687" sldId="260"/>
            <ac:spMk id="4" creationId="{A5010EBB-F653-D7C3-4374-02CDEF0630C9}"/>
          </ac:spMkLst>
        </pc:spChg>
      </pc:sldChg>
      <pc:sldChg chg="addSp modSp mod modTransition">
        <pc:chgData name="Siladitya Kar" userId="63bb9a6a6b4bf695" providerId="LiveId" clId="{5183D004-2A32-4A39-B88F-DCF2FFD82025}" dt="2026-09-21T08:32:38.102" v="81"/>
        <pc:sldMkLst>
          <pc:docMk/>
          <pc:sldMk cId="3046571686" sldId="261"/>
        </pc:sldMkLst>
        <pc:spChg chg="add mod ord">
          <ac:chgData name="Siladitya Kar" userId="63bb9a6a6b4bf695" providerId="LiveId" clId="{5183D004-2A32-4A39-B88F-DCF2FFD82025}" dt="2026-09-21T08:15:01.279" v="36"/>
          <ac:spMkLst>
            <pc:docMk/>
            <pc:sldMk cId="3046571686" sldId="261"/>
            <ac:spMk id="5" creationId="{56B9FE5D-8AD1-554B-B41C-1BC590C5366F}"/>
          </ac:spMkLst>
        </pc:spChg>
      </pc:sldChg>
      <pc:sldChg chg="addSp delSp modSp mod modTransition">
        <pc:chgData name="Siladitya Kar" userId="63bb9a6a6b4bf695" providerId="LiveId" clId="{5183D004-2A32-4A39-B88F-DCF2FFD82025}" dt="2026-09-21T08:49:30.817" v="120" actId="165"/>
        <pc:sldMkLst>
          <pc:docMk/>
          <pc:sldMk cId="2711475743" sldId="262"/>
        </pc:sldMkLst>
        <pc:spChg chg="add mod ord">
          <ac:chgData name="Siladitya Kar" userId="63bb9a6a6b4bf695" providerId="LiveId" clId="{5183D004-2A32-4A39-B88F-DCF2FFD82025}" dt="2026-09-21T08:16:27.535" v="41"/>
          <ac:spMkLst>
            <pc:docMk/>
            <pc:sldMk cId="2711475743" sldId="262"/>
            <ac:spMk id="5" creationId="{361481E0-0167-C257-82D9-7C6687711D84}"/>
          </ac:spMkLst>
        </pc:spChg>
        <pc:spChg chg="mod topLvl">
          <ac:chgData name="Siladitya Kar" userId="63bb9a6a6b4bf695" providerId="LiveId" clId="{5183D004-2A32-4A39-B88F-DCF2FFD82025}" dt="2026-09-21T08:49:30.817" v="120" actId="165"/>
          <ac:spMkLst>
            <pc:docMk/>
            <pc:sldMk cId="2711475743" sldId="262"/>
            <ac:spMk id="11" creationId="{4E86AE41-ACDF-CA73-0EC2-A06519FE5334}"/>
          </ac:spMkLst>
        </pc:spChg>
        <pc:spChg chg="mod topLvl">
          <ac:chgData name="Siladitya Kar" userId="63bb9a6a6b4bf695" providerId="LiveId" clId="{5183D004-2A32-4A39-B88F-DCF2FFD82025}" dt="2026-09-21T08:49:30.817" v="120" actId="165"/>
          <ac:spMkLst>
            <pc:docMk/>
            <pc:sldMk cId="2711475743" sldId="262"/>
            <ac:spMk id="15" creationId="{9E9B2248-4327-B212-B6DB-702027EE6E88}"/>
          </ac:spMkLst>
        </pc:spChg>
        <pc:spChg chg="mod topLvl">
          <ac:chgData name="Siladitya Kar" userId="63bb9a6a6b4bf695" providerId="LiveId" clId="{5183D004-2A32-4A39-B88F-DCF2FFD82025}" dt="2026-09-21T08:49:30.817" v="120" actId="165"/>
          <ac:spMkLst>
            <pc:docMk/>
            <pc:sldMk cId="2711475743" sldId="262"/>
            <ac:spMk id="16" creationId="{9F827BFE-0C5E-389C-02B2-6AEADDE8C594}"/>
          </ac:spMkLst>
        </pc:spChg>
        <pc:spChg chg="mod topLvl">
          <ac:chgData name="Siladitya Kar" userId="63bb9a6a6b4bf695" providerId="LiveId" clId="{5183D004-2A32-4A39-B88F-DCF2FFD82025}" dt="2026-09-21T08:49:30.817" v="120" actId="165"/>
          <ac:spMkLst>
            <pc:docMk/>
            <pc:sldMk cId="2711475743" sldId="262"/>
            <ac:spMk id="17" creationId="{E21A3B9A-DC0D-7FC0-7DF7-C0B4F3FBD8E4}"/>
          </ac:spMkLst>
        </pc:spChg>
        <pc:grpChg chg="add del mod ord">
          <ac:chgData name="Siladitya Kar" userId="63bb9a6a6b4bf695" providerId="LiveId" clId="{5183D004-2A32-4A39-B88F-DCF2FFD82025}" dt="2026-09-21T08:25:48.690" v="70" actId="165"/>
          <ac:grpSpMkLst>
            <pc:docMk/>
            <pc:sldMk cId="2711475743" sldId="262"/>
            <ac:grpSpMk id="2" creationId="{95240162-7E3D-4740-8782-EC5CDBF05209}"/>
          </ac:grpSpMkLst>
        </pc:grpChg>
        <pc:grpChg chg="add del mod">
          <ac:chgData name="Siladitya Kar" userId="63bb9a6a6b4bf695" providerId="LiveId" clId="{5183D004-2A32-4A39-B88F-DCF2FFD82025}" dt="2026-09-21T08:49:30.817" v="120" actId="165"/>
          <ac:grpSpMkLst>
            <pc:docMk/>
            <pc:sldMk cId="2711475743" sldId="262"/>
            <ac:grpSpMk id="7" creationId="{A647CEC9-48BE-0D54-0227-A19099FB465D}"/>
          </ac:grpSpMkLst>
        </pc:grpChg>
        <pc:picChg chg="mod topLvl">
          <ac:chgData name="Siladitya Kar" userId="63bb9a6a6b4bf695" providerId="LiveId" clId="{5183D004-2A32-4A39-B88F-DCF2FFD82025}" dt="2026-09-21T08:49:30.817" v="120" actId="165"/>
          <ac:picMkLst>
            <pc:docMk/>
            <pc:sldMk cId="2711475743" sldId="262"/>
            <ac:picMk id="3" creationId="{7A35F6EA-8699-60BD-5A32-B10C1B0B6604}"/>
          </ac:picMkLst>
        </pc:picChg>
        <pc:picChg chg="mod topLvl">
          <ac:chgData name="Siladitya Kar" userId="63bb9a6a6b4bf695" providerId="LiveId" clId="{5183D004-2A32-4A39-B88F-DCF2FFD82025}" dt="2026-09-21T08:49:30.817" v="120" actId="165"/>
          <ac:picMkLst>
            <pc:docMk/>
            <pc:sldMk cId="2711475743" sldId="262"/>
            <ac:picMk id="6" creationId="{6914DDD4-9631-AFE5-B1CB-2BFCDB0BD9F8}"/>
          </ac:picMkLst>
        </pc:picChg>
        <pc:picChg chg="mod topLvl">
          <ac:chgData name="Siladitya Kar" userId="63bb9a6a6b4bf695" providerId="LiveId" clId="{5183D004-2A32-4A39-B88F-DCF2FFD82025}" dt="2026-09-21T08:49:30.817" v="120" actId="165"/>
          <ac:picMkLst>
            <pc:docMk/>
            <pc:sldMk cId="2711475743" sldId="262"/>
            <ac:picMk id="25" creationId="{82F70A7E-1252-BCCA-3A80-67B9B94B0751}"/>
          </ac:picMkLst>
        </pc:picChg>
        <pc:picChg chg="mod topLvl">
          <ac:chgData name="Siladitya Kar" userId="63bb9a6a6b4bf695" providerId="LiveId" clId="{5183D004-2A32-4A39-B88F-DCF2FFD82025}" dt="2026-09-21T08:49:30.817" v="120" actId="165"/>
          <ac:picMkLst>
            <pc:docMk/>
            <pc:sldMk cId="2711475743" sldId="262"/>
            <ac:picMk id="29" creationId="{0108938F-F67E-A66C-E037-2544C1866B56}"/>
          </ac:picMkLst>
        </pc:picChg>
        <pc:picChg chg="mod topLvl">
          <ac:chgData name="Siladitya Kar" userId="63bb9a6a6b4bf695" providerId="LiveId" clId="{5183D004-2A32-4A39-B88F-DCF2FFD82025}" dt="2026-09-21T08:49:30.817" v="120" actId="165"/>
          <ac:picMkLst>
            <pc:docMk/>
            <pc:sldMk cId="2711475743" sldId="262"/>
            <ac:picMk id="31" creationId="{F7106472-96AB-C137-065C-472DC09515B1}"/>
          </ac:picMkLst>
        </pc:picChg>
      </pc:sldChg>
      <pc:sldChg chg="addSp delSp modSp mod modTransition">
        <pc:chgData name="Siladitya Kar" userId="63bb9a6a6b4bf695" providerId="LiveId" clId="{5183D004-2A32-4A39-B88F-DCF2FFD82025}" dt="2026-09-21T08:48:52.183" v="119" actId="165"/>
        <pc:sldMkLst>
          <pc:docMk/>
          <pc:sldMk cId="707158946" sldId="263"/>
        </pc:sldMkLst>
        <pc:spChg chg="add mod ord">
          <ac:chgData name="Siladitya Kar" userId="63bb9a6a6b4bf695" providerId="LiveId" clId="{5183D004-2A32-4A39-B88F-DCF2FFD82025}" dt="2026-09-21T08:18:12.112" v="45"/>
          <ac:spMkLst>
            <pc:docMk/>
            <pc:sldMk cId="707158946" sldId="263"/>
            <ac:spMk id="5" creationId="{D07717BF-E8B1-3BEF-4855-96146E8C1A98}"/>
          </ac:spMkLst>
        </pc:spChg>
        <pc:spChg chg="mod topLvl">
          <ac:chgData name="Siladitya Kar" userId="63bb9a6a6b4bf695" providerId="LiveId" clId="{5183D004-2A32-4A39-B88F-DCF2FFD82025}" dt="2026-09-21T08:48:52.183" v="119" actId="165"/>
          <ac:spMkLst>
            <pc:docMk/>
            <pc:sldMk cId="707158946" sldId="263"/>
            <ac:spMk id="11" creationId="{9A6F0818-F62A-5D53-8521-3CEA457764D3}"/>
          </ac:spMkLst>
        </pc:spChg>
        <pc:spChg chg="mod topLvl">
          <ac:chgData name="Siladitya Kar" userId="63bb9a6a6b4bf695" providerId="LiveId" clId="{5183D004-2A32-4A39-B88F-DCF2FFD82025}" dt="2026-09-21T08:48:52.183" v="119" actId="165"/>
          <ac:spMkLst>
            <pc:docMk/>
            <pc:sldMk cId="707158946" sldId="263"/>
            <ac:spMk id="15" creationId="{62ECDBCB-0891-1C6E-1B46-F202A08FC615}"/>
          </ac:spMkLst>
        </pc:spChg>
        <pc:spChg chg="mod topLvl">
          <ac:chgData name="Siladitya Kar" userId="63bb9a6a6b4bf695" providerId="LiveId" clId="{5183D004-2A32-4A39-B88F-DCF2FFD82025}" dt="2026-09-21T08:48:52.183" v="119" actId="165"/>
          <ac:spMkLst>
            <pc:docMk/>
            <pc:sldMk cId="707158946" sldId="263"/>
            <ac:spMk id="16" creationId="{35FEC913-ABD0-2215-D62F-3915B2A869E1}"/>
          </ac:spMkLst>
        </pc:spChg>
        <pc:spChg chg="mod topLvl">
          <ac:chgData name="Siladitya Kar" userId="63bb9a6a6b4bf695" providerId="LiveId" clId="{5183D004-2A32-4A39-B88F-DCF2FFD82025}" dt="2026-09-21T08:48:52.183" v="119" actId="165"/>
          <ac:spMkLst>
            <pc:docMk/>
            <pc:sldMk cId="707158946" sldId="263"/>
            <ac:spMk id="17" creationId="{23F8564A-04E2-2FDD-520D-8CF40E6B38DA}"/>
          </ac:spMkLst>
        </pc:spChg>
        <pc:grpChg chg="add del mod">
          <ac:chgData name="Siladitya Kar" userId="63bb9a6a6b4bf695" providerId="LiveId" clId="{5183D004-2A32-4A39-B88F-DCF2FFD82025}" dt="2026-09-21T08:24:08.867" v="63" actId="165"/>
          <ac:grpSpMkLst>
            <pc:docMk/>
            <pc:sldMk cId="707158946" sldId="263"/>
            <ac:grpSpMk id="2" creationId="{F107D9D9-DCF6-A370-F72F-72B44311D11A}"/>
          </ac:grpSpMkLst>
        </pc:grpChg>
        <pc:grpChg chg="add del mod">
          <ac:chgData name="Siladitya Kar" userId="63bb9a6a6b4bf695" providerId="LiveId" clId="{5183D004-2A32-4A39-B88F-DCF2FFD82025}" dt="2026-09-21T08:48:52.183" v="119" actId="165"/>
          <ac:grpSpMkLst>
            <pc:docMk/>
            <pc:sldMk cId="707158946" sldId="263"/>
            <ac:grpSpMk id="7" creationId="{8FFCAC80-5A59-21BF-2A41-F76126828DCA}"/>
          </ac:grpSpMkLst>
        </pc:grpChg>
        <pc:picChg chg="mod topLvl">
          <ac:chgData name="Siladitya Kar" userId="63bb9a6a6b4bf695" providerId="LiveId" clId="{5183D004-2A32-4A39-B88F-DCF2FFD82025}" dt="2026-09-21T08:48:52.183" v="119" actId="165"/>
          <ac:picMkLst>
            <pc:docMk/>
            <pc:sldMk cId="707158946" sldId="263"/>
            <ac:picMk id="4" creationId="{4054B304-110D-2A67-009B-AB5C7FA223AD}"/>
          </ac:picMkLst>
        </pc:picChg>
        <pc:picChg chg="mod topLvl">
          <ac:chgData name="Siladitya Kar" userId="63bb9a6a6b4bf695" providerId="LiveId" clId="{5183D004-2A32-4A39-B88F-DCF2FFD82025}" dt="2026-09-21T08:48:52.183" v="119" actId="165"/>
          <ac:picMkLst>
            <pc:docMk/>
            <pc:sldMk cId="707158946" sldId="263"/>
            <ac:picMk id="6" creationId="{EF211B03-7F62-0C07-DC18-AF1B3E1FD858}"/>
          </ac:picMkLst>
        </pc:picChg>
        <pc:picChg chg="mod topLvl">
          <ac:chgData name="Siladitya Kar" userId="63bb9a6a6b4bf695" providerId="LiveId" clId="{5183D004-2A32-4A39-B88F-DCF2FFD82025}" dt="2026-09-21T08:48:52.183" v="119" actId="165"/>
          <ac:picMkLst>
            <pc:docMk/>
            <pc:sldMk cId="707158946" sldId="263"/>
            <ac:picMk id="20" creationId="{75C08D04-0E79-67FC-A49C-8A33FEAEB801}"/>
          </ac:picMkLst>
        </pc:picChg>
        <pc:picChg chg="mod topLvl">
          <ac:chgData name="Siladitya Kar" userId="63bb9a6a6b4bf695" providerId="LiveId" clId="{5183D004-2A32-4A39-B88F-DCF2FFD82025}" dt="2026-09-21T08:48:52.183" v="119" actId="165"/>
          <ac:picMkLst>
            <pc:docMk/>
            <pc:sldMk cId="707158946" sldId="263"/>
            <ac:picMk id="29" creationId="{07429A24-07EE-FADA-5358-4A02B6A13EAC}"/>
          </ac:picMkLst>
        </pc:picChg>
        <pc:picChg chg="mod topLvl">
          <ac:chgData name="Siladitya Kar" userId="63bb9a6a6b4bf695" providerId="LiveId" clId="{5183D004-2A32-4A39-B88F-DCF2FFD82025}" dt="2026-09-21T08:48:52.183" v="119" actId="165"/>
          <ac:picMkLst>
            <pc:docMk/>
            <pc:sldMk cId="707158946" sldId="263"/>
            <ac:picMk id="31" creationId="{459BDB16-500B-88DB-907E-031301804E10}"/>
          </ac:picMkLst>
        </pc:picChg>
      </pc:sldChg>
      <pc:sldChg chg="addSp delSp modSp mod modTransition">
        <pc:chgData name="Siladitya Kar" userId="63bb9a6a6b4bf695" providerId="LiveId" clId="{5183D004-2A32-4A39-B88F-DCF2FFD82025}" dt="2026-09-21T08:48:33.569" v="118" actId="165"/>
        <pc:sldMkLst>
          <pc:docMk/>
          <pc:sldMk cId="1691951040" sldId="264"/>
        </pc:sldMkLst>
        <pc:spChg chg="add mod ord">
          <ac:chgData name="Siladitya Kar" userId="63bb9a6a6b4bf695" providerId="LiveId" clId="{5183D004-2A32-4A39-B88F-DCF2FFD82025}" dt="2026-09-21T08:19:11.847" v="49"/>
          <ac:spMkLst>
            <pc:docMk/>
            <pc:sldMk cId="1691951040" sldId="264"/>
            <ac:spMk id="5" creationId="{79D642BE-7E67-B541-B181-551FD097A39D}"/>
          </ac:spMkLst>
        </pc:spChg>
        <pc:spChg chg="mod topLvl">
          <ac:chgData name="Siladitya Kar" userId="63bb9a6a6b4bf695" providerId="LiveId" clId="{5183D004-2A32-4A39-B88F-DCF2FFD82025}" dt="2026-09-21T08:48:33.569" v="118" actId="165"/>
          <ac:spMkLst>
            <pc:docMk/>
            <pc:sldMk cId="1691951040" sldId="264"/>
            <ac:spMk id="11" creationId="{D5AFA3AC-CAA9-FFD0-E6E8-4AE571E39FAB}"/>
          </ac:spMkLst>
        </pc:spChg>
        <pc:spChg chg="mod topLvl">
          <ac:chgData name="Siladitya Kar" userId="63bb9a6a6b4bf695" providerId="LiveId" clId="{5183D004-2A32-4A39-B88F-DCF2FFD82025}" dt="2026-09-21T08:48:33.569" v="118" actId="165"/>
          <ac:spMkLst>
            <pc:docMk/>
            <pc:sldMk cId="1691951040" sldId="264"/>
            <ac:spMk id="15" creationId="{D124303D-4CAD-ECE1-B522-1BD3451DD133}"/>
          </ac:spMkLst>
        </pc:spChg>
        <pc:spChg chg="mod topLvl">
          <ac:chgData name="Siladitya Kar" userId="63bb9a6a6b4bf695" providerId="LiveId" clId="{5183D004-2A32-4A39-B88F-DCF2FFD82025}" dt="2026-09-21T08:48:33.569" v="118" actId="165"/>
          <ac:spMkLst>
            <pc:docMk/>
            <pc:sldMk cId="1691951040" sldId="264"/>
            <ac:spMk id="16" creationId="{C3895CE4-DE01-17F0-8689-090CF1E49F7F}"/>
          </ac:spMkLst>
        </pc:spChg>
        <pc:spChg chg="mod topLvl">
          <ac:chgData name="Siladitya Kar" userId="63bb9a6a6b4bf695" providerId="LiveId" clId="{5183D004-2A32-4A39-B88F-DCF2FFD82025}" dt="2026-09-21T08:48:33.569" v="118" actId="165"/>
          <ac:spMkLst>
            <pc:docMk/>
            <pc:sldMk cId="1691951040" sldId="264"/>
            <ac:spMk id="17" creationId="{B431B924-109A-AFDA-1C04-D7891D80772D}"/>
          </ac:spMkLst>
        </pc:spChg>
        <pc:grpChg chg="add del mod">
          <ac:chgData name="Siladitya Kar" userId="63bb9a6a6b4bf695" providerId="LiveId" clId="{5183D004-2A32-4A39-B88F-DCF2FFD82025}" dt="2026-09-21T08:22:46.630" v="60" actId="165"/>
          <ac:grpSpMkLst>
            <pc:docMk/>
            <pc:sldMk cId="1691951040" sldId="264"/>
            <ac:grpSpMk id="2" creationId="{0A7E97B4-058E-19BA-C196-DD6E9A53F0F8}"/>
          </ac:grpSpMkLst>
        </pc:grpChg>
        <pc:grpChg chg="add del mod">
          <ac:chgData name="Siladitya Kar" userId="63bb9a6a6b4bf695" providerId="LiveId" clId="{5183D004-2A32-4A39-B88F-DCF2FFD82025}" dt="2026-09-21T08:22:11.206" v="59" actId="165"/>
          <ac:grpSpMkLst>
            <pc:docMk/>
            <pc:sldMk cId="1691951040" sldId="264"/>
            <ac:grpSpMk id="8" creationId="{3C23C477-D84D-A5AC-EDF4-11B2E4721706}"/>
          </ac:grpSpMkLst>
        </pc:grpChg>
        <pc:grpChg chg="add del mod">
          <ac:chgData name="Siladitya Kar" userId="63bb9a6a6b4bf695" providerId="LiveId" clId="{5183D004-2A32-4A39-B88F-DCF2FFD82025}" dt="2026-09-21T08:48:33.569" v="118" actId="165"/>
          <ac:grpSpMkLst>
            <pc:docMk/>
            <pc:sldMk cId="1691951040" sldId="264"/>
            <ac:grpSpMk id="9" creationId="{9E6CE839-7A00-63FD-2B2B-D79E9ECDB8C2}"/>
          </ac:grpSpMkLst>
        </pc:grpChg>
        <pc:picChg chg="mod ord topLvl">
          <ac:chgData name="Siladitya Kar" userId="63bb9a6a6b4bf695" providerId="LiveId" clId="{5183D004-2A32-4A39-B88F-DCF2FFD82025}" dt="2026-09-21T08:48:33.569" v="118" actId="165"/>
          <ac:picMkLst>
            <pc:docMk/>
            <pc:sldMk cId="1691951040" sldId="264"/>
            <ac:picMk id="3" creationId="{D6996C96-AFB8-01CE-B306-DF5C7D343FE7}"/>
          </ac:picMkLst>
        </pc:picChg>
        <pc:picChg chg="mod topLvl">
          <ac:chgData name="Siladitya Kar" userId="63bb9a6a6b4bf695" providerId="LiveId" clId="{5183D004-2A32-4A39-B88F-DCF2FFD82025}" dt="2026-09-21T08:48:33.569" v="118" actId="165"/>
          <ac:picMkLst>
            <pc:docMk/>
            <pc:sldMk cId="1691951040" sldId="264"/>
            <ac:picMk id="6" creationId="{6122A2DA-90E0-892A-5C19-E4C350507D21}"/>
          </ac:picMkLst>
        </pc:picChg>
        <pc:picChg chg="mod topLvl">
          <ac:chgData name="Siladitya Kar" userId="63bb9a6a6b4bf695" providerId="LiveId" clId="{5183D004-2A32-4A39-B88F-DCF2FFD82025}" dt="2026-09-21T08:48:33.569" v="118" actId="165"/>
          <ac:picMkLst>
            <pc:docMk/>
            <pc:sldMk cId="1691951040" sldId="264"/>
            <ac:picMk id="7" creationId="{BFBB1647-E724-1FB5-C8AB-A50FB38C5537}"/>
          </ac:picMkLst>
        </pc:picChg>
        <pc:picChg chg="mod topLvl">
          <ac:chgData name="Siladitya Kar" userId="63bb9a6a6b4bf695" providerId="LiveId" clId="{5183D004-2A32-4A39-B88F-DCF2FFD82025}" dt="2026-09-21T08:48:33.569" v="118" actId="165"/>
          <ac:picMkLst>
            <pc:docMk/>
            <pc:sldMk cId="1691951040" sldId="264"/>
            <ac:picMk id="20" creationId="{E6B09997-F730-E29D-CBF5-136CF7B83ABD}"/>
          </ac:picMkLst>
        </pc:picChg>
        <pc:picChg chg="mod topLvl">
          <ac:chgData name="Siladitya Kar" userId="63bb9a6a6b4bf695" providerId="LiveId" clId="{5183D004-2A32-4A39-B88F-DCF2FFD82025}" dt="2026-09-21T08:48:33.569" v="118" actId="165"/>
          <ac:picMkLst>
            <pc:docMk/>
            <pc:sldMk cId="1691951040" sldId="264"/>
            <ac:picMk id="31" creationId="{CC3AA752-6212-C514-8BD8-B145FAE18155}"/>
          </ac:picMkLst>
        </pc:picChg>
      </pc:sldChg>
      <pc:sldChg chg="addSp delSp modSp mod modTransition">
        <pc:chgData name="Siladitya Kar" userId="63bb9a6a6b4bf695" providerId="LiveId" clId="{5183D004-2A32-4A39-B88F-DCF2FFD82025}" dt="2026-09-21T08:48:08.565" v="117" actId="165"/>
        <pc:sldMkLst>
          <pc:docMk/>
          <pc:sldMk cId="3294047375" sldId="265"/>
        </pc:sldMkLst>
        <pc:spChg chg="add mod ord">
          <ac:chgData name="Siladitya Kar" userId="63bb9a6a6b4bf695" providerId="LiveId" clId="{5183D004-2A32-4A39-B88F-DCF2FFD82025}" dt="2026-09-21T08:20:22.891" v="53"/>
          <ac:spMkLst>
            <pc:docMk/>
            <pc:sldMk cId="3294047375" sldId="265"/>
            <ac:spMk id="5" creationId="{39E3576A-1F48-E2B4-FE7A-99BF19037316}"/>
          </ac:spMkLst>
        </pc:spChg>
        <pc:spChg chg="mod topLvl">
          <ac:chgData name="Siladitya Kar" userId="63bb9a6a6b4bf695" providerId="LiveId" clId="{5183D004-2A32-4A39-B88F-DCF2FFD82025}" dt="2026-09-21T08:48:08.565" v="117" actId="165"/>
          <ac:spMkLst>
            <pc:docMk/>
            <pc:sldMk cId="3294047375" sldId="265"/>
            <ac:spMk id="11" creationId="{EC607A56-E665-F46D-22B0-D04D0527B419}"/>
          </ac:spMkLst>
        </pc:spChg>
        <pc:spChg chg="mod topLvl">
          <ac:chgData name="Siladitya Kar" userId="63bb9a6a6b4bf695" providerId="LiveId" clId="{5183D004-2A32-4A39-B88F-DCF2FFD82025}" dt="2026-09-21T08:48:08.565" v="117" actId="165"/>
          <ac:spMkLst>
            <pc:docMk/>
            <pc:sldMk cId="3294047375" sldId="265"/>
            <ac:spMk id="15" creationId="{BF9D257A-12C9-B632-55A1-6415285F70F5}"/>
          </ac:spMkLst>
        </pc:spChg>
        <pc:spChg chg="mod topLvl">
          <ac:chgData name="Siladitya Kar" userId="63bb9a6a6b4bf695" providerId="LiveId" clId="{5183D004-2A32-4A39-B88F-DCF2FFD82025}" dt="2026-09-21T08:48:08.565" v="117" actId="165"/>
          <ac:spMkLst>
            <pc:docMk/>
            <pc:sldMk cId="3294047375" sldId="265"/>
            <ac:spMk id="16" creationId="{290F5FDC-D004-3539-5E90-62EE3C085337}"/>
          </ac:spMkLst>
        </pc:spChg>
        <pc:spChg chg="mod topLvl">
          <ac:chgData name="Siladitya Kar" userId="63bb9a6a6b4bf695" providerId="LiveId" clId="{5183D004-2A32-4A39-B88F-DCF2FFD82025}" dt="2026-09-21T08:48:08.565" v="117" actId="165"/>
          <ac:spMkLst>
            <pc:docMk/>
            <pc:sldMk cId="3294047375" sldId="265"/>
            <ac:spMk id="17" creationId="{3DAB390B-F3AB-63BC-04C4-B714B8FA46F5}"/>
          </ac:spMkLst>
        </pc:spChg>
        <pc:grpChg chg="add del mod">
          <ac:chgData name="Siladitya Kar" userId="63bb9a6a6b4bf695" providerId="LiveId" clId="{5183D004-2A32-4A39-B88F-DCF2FFD82025}" dt="2026-09-21T08:48:08.565" v="117" actId="165"/>
          <ac:grpSpMkLst>
            <pc:docMk/>
            <pc:sldMk cId="3294047375" sldId="265"/>
            <ac:grpSpMk id="2" creationId="{28E800EB-DBBD-C4FD-6531-5DCA6B05127B}"/>
          </ac:grpSpMkLst>
        </pc:grpChg>
        <pc:picChg chg="mod topLvl">
          <ac:chgData name="Siladitya Kar" userId="63bb9a6a6b4bf695" providerId="LiveId" clId="{5183D004-2A32-4A39-B88F-DCF2FFD82025}" dt="2026-09-21T08:48:08.565" v="117" actId="165"/>
          <ac:picMkLst>
            <pc:docMk/>
            <pc:sldMk cId="3294047375" sldId="265"/>
            <ac:picMk id="4" creationId="{5A9288EC-43A0-6DFA-7255-4654B887CBB3}"/>
          </ac:picMkLst>
        </pc:picChg>
        <pc:picChg chg="mod topLvl">
          <ac:chgData name="Siladitya Kar" userId="63bb9a6a6b4bf695" providerId="LiveId" clId="{5183D004-2A32-4A39-B88F-DCF2FFD82025}" dt="2026-09-21T08:48:08.565" v="117" actId="165"/>
          <ac:picMkLst>
            <pc:docMk/>
            <pc:sldMk cId="3294047375" sldId="265"/>
            <ac:picMk id="6" creationId="{53FC2CB6-EC68-AD92-4E56-4A11966BFC71}"/>
          </ac:picMkLst>
        </pc:picChg>
        <pc:picChg chg="mod topLvl">
          <ac:chgData name="Siladitya Kar" userId="63bb9a6a6b4bf695" providerId="LiveId" clId="{5183D004-2A32-4A39-B88F-DCF2FFD82025}" dt="2026-09-21T08:48:08.565" v="117" actId="165"/>
          <ac:picMkLst>
            <pc:docMk/>
            <pc:sldMk cId="3294047375" sldId="265"/>
            <ac:picMk id="7" creationId="{D8621603-862B-444F-980E-99CAE14C8BB2}"/>
          </ac:picMkLst>
        </pc:picChg>
        <pc:picChg chg="mod topLvl">
          <ac:chgData name="Siladitya Kar" userId="63bb9a6a6b4bf695" providerId="LiveId" clId="{5183D004-2A32-4A39-B88F-DCF2FFD82025}" dt="2026-09-21T08:48:08.565" v="117" actId="165"/>
          <ac:picMkLst>
            <pc:docMk/>
            <pc:sldMk cId="3294047375" sldId="265"/>
            <ac:picMk id="8" creationId="{569F9543-EB29-B284-2E16-5CA76A788282}"/>
          </ac:picMkLst>
        </pc:picChg>
        <pc:picChg chg="mod topLvl">
          <ac:chgData name="Siladitya Kar" userId="63bb9a6a6b4bf695" providerId="LiveId" clId="{5183D004-2A32-4A39-B88F-DCF2FFD82025}" dt="2026-09-21T08:48:08.565" v="117" actId="165"/>
          <ac:picMkLst>
            <pc:docMk/>
            <pc:sldMk cId="3294047375" sldId="265"/>
            <ac:picMk id="20" creationId="{BC3791E6-B14B-B07C-89D7-3E7834CE6BE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7542" y="1596769"/>
            <a:ext cx="3825479" cy="3396803"/>
          </a:xfrm>
        </p:spPr>
        <p:txBody>
          <a:bodyPr anchor="b"/>
          <a:lstStyle>
            <a:lvl1pPr algn="ctr">
              <a:defRPr sz="29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571" y="5124566"/>
            <a:ext cx="3375422" cy="2355628"/>
          </a:xfrm>
        </p:spPr>
        <p:txBody>
          <a:bodyPr/>
          <a:lstStyle>
            <a:lvl1pPr marL="0" indent="0" algn="ctr">
              <a:buNone/>
              <a:defRPr sz="1181"/>
            </a:lvl1pPr>
            <a:lvl2pPr marL="225034" indent="0" algn="ctr">
              <a:buNone/>
              <a:defRPr sz="984"/>
            </a:lvl2pPr>
            <a:lvl3pPr marL="450068" indent="0" algn="ctr">
              <a:buNone/>
              <a:defRPr sz="886"/>
            </a:lvl3pPr>
            <a:lvl4pPr marL="675102" indent="0" algn="ctr">
              <a:buNone/>
              <a:defRPr sz="788"/>
            </a:lvl4pPr>
            <a:lvl5pPr marL="900135" indent="0" algn="ctr">
              <a:buNone/>
              <a:defRPr sz="788"/>
            </a:lvl5pPr>
            <a:lvl6pPr marL="1125169" indent="0" algn="ctr">
              <a:buNone/>
              <a:defRPr sz="788"/>
            </a:lvl6pPr>
            <a:lvl7pPr marL="1350203" indent="0" algn="ctr">
              <a:buNone/>
              <a:defRPr sz="788"/>
            </a:lvl7pPr>
            <a:lvl8pPr marL="1575237" indent="0" algn="ctr">
              <a:buNone/>
              <a:defRPr sz="788"/>
            </a:lvl8pPr>
            <a:lvl9pPr marL="1800271" indent="0" algn="ctr">
              <a:buNone/>
              <a:defRPr sz="7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3CE69-E170-4F6C-9324-4D8A5197E61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8531-7D35-404C-9A81-532D4E6E3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8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3CE69-E170-4F6C-9324-4D8A5197E61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8531-7D35-404C-9A81-532D4E6E3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15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070" y="2432421"/>
            <a:ext cx="3881736" cy="4058547"/>
          </a:xfrm>
        </p:spPr>
        <p:txBody>
          <a:bodyPr anchor="b"/>
          <a:lstStyle>
            <a:lvl1pPr>
              <a:defRPr sz="29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070" y="6529363"/>
            <a:ext cx="3881736" cy="2134294"/>
          </a:xfrm>
        </p:spPr>
        <p:txBody>
          <a:bodyPr/>
          <a:lstStyle>
            <a:lvl1pPr marL="0" indent="0">
              <a:buNone/>
              <a:defRPr sz="1181">
                <a:solidFill>
                  <a:schemeClr val="tx1"/>
                </a:solidFill>
              </a:defRPr>
            </a:lvl1pPr>
            <a:lvl2pPr marL="225034" indent="0">
              <a:buNone/>
              <a:defRPr sz="984">
                <a:solidFill>
                  <a:schemeClr val="tx1">
                    <a:tint val="75000"/>
                  </a:schemeClr>
                </a:solidFill>
              </a:defRPr>
            </a:lvl2pPr>
            <a:lvl3pPr marL="450068" indent="0">
              <a:buNone/>
              <a:defRPr sz="886">
                <a:solidFill>
                  <a:schemeClr val="tx1">
                    <a:tint val="75000"/>
                  </a:schemeClr>
                </a:solidFill>
              </a:defRPr>
            </a:lvl3pPr>
            <a:lvl4pPr marL="675102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90013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125169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350203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575237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1800271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3CE69-E170-4F6C-9324-4D8A5197E61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8531-7D35-404C-9A81-532D4E6E3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81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9414" y="2597290"/>
            <a:ext cx="1912739" cy="61905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78410" y="2597290"/>
            <a:ext cx="1912739" cy="61905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3CE69-E170-4F6C-9324-4D8A5197E61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8531-7D35-404C-9A81-532D4E6E3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79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00" y="519460"/>
            <a:ext cx="3881736" cy="18858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000" y="2391766"/>
            <a:ext cx="1903949" cy="1172167"/>
          </a:xfrm>
        </p:spPr>
        <p:txBody>
          <a:bodyPr anchor="b"/>
          <a:lstStyle>
            <a:lvl1pPr marL="0" indent="0">
              <a:buNone/>
              <a:defRPr sz="1181" b="1"/>
            </a:lvl1pPr>
            <a:lvl2pPr marL="225034" indent="0">
              <a:buNone/>
              <a:defRPr sz="984" b="1"/>
            </a:lvl2pPr>
            <a:lvl3pPr marL="450068" indent="0">
              <a:buNone/>
              <a:defRPr sz="886" b="1"/>
            </a:lvl3pPr>
            <a:lvl4pPr marL="675102" indent="0">
              <a:buNone/>
              <a:defRPr sz="788" b="1"/>
            </a:lvl4pPr>
            <a:lvl5pPr marL="900135" indent="0">
              <a:buNone/>
              <a:defRPr sz="788" b="1"/>
            </a:lvl5pPr>
            <a:lvl6pPr marL="1125169" indent="0">
              <a:buNone/>
              <a:defRPr sz="788" b="1"/>
            </a:lvl6pPr>
            <a:lvl7pPr marL="1350203" indent="0">
              <a:buNone/>
              <a:defRPr sz="788" b="1"/>
            </a:lvl7pPr>
            <a:lvl8pPr marL="1575237" indent="0">
              <a:buNone/>
              <a:defRPr sz="788" b="1"/>
            </a:lvl8pPr>
            <a:lvl9pPr marL="1800271" indent="0">
              <a:buNone/>
              <a:defRPr sz="7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000" y="3563933"/>
            <a:ext cx="1903949" cy="52420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78411" y="2391766"/>
            <a:ext cx="1913325" cy="1172167"/>
          </a:xfrm>
        </p:spPr>
        <p:txBody>
          <a:bodyPr anchor="b"/>
          <a:lstStyle>
            <a:lvl1pPr marL="0" indent="0">
              <a:buNone/>
              <a:defRPr sz="1181" b="1"/>
            </a:lvl1pPr>
            <a:lvl2pPr marL="225034" indent="0">
              <a:buNone/>
              <a:defRPr sz="984" b="1"/>
            </a:lvl2pPr>
            <a:lvl3pPr marL="450068" indent="0">
              <a:buNone/>
              <a:defRPr sz="886" b="1"/>
            </a:lvl3pPr>
            <a:lvl4pPr marL="675102" indent="0">
              <a:buNone/>
              <a:defRPr sz="788" b="1"/>
            </a:lvl4pPr>
            <a:lvl5pPr marL="900135" indent="0">
              <a:buNone/>
              <a:defRPr sz="788" b="1"/>
            </a:lvl5pPr>
            <a:lvl6pPr marL="1125169" indent="0">
              <a:buNone/>
              <a:defRPr sz="788" b="1"/>
            </a:lvl6pPr>
            <a:lvl7pPr marL="1350203" indent="0">
              <a:buNone/>
              <a:defRPr sz="788" b="1"/>
            </a:lvl7pPr>
            <a:lvl8pPr marL="1575237" indent="0">
              <a:buNone/>
              <a:defRPr sz="788" b="1"/>
            </a:lvl8pPr>
            <a:lvl9pPr marL="1800271" indent="0">
              <a:buNone/>
              <a:defRPr sz="7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78411" y="3563933"/>
            <a:ext cx="1913325" cy="52420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3CE69-E170-4F6C-9324-4D8A5197E61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8531-7D35-404C-9A81-532D4E6E3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134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3CE69-E170-4F6C-9324-4D8A5197E61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8531-7D35-404C-9A81-532D4E6E3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94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3CE69-E170-4F6C-9324-4D8A5197E61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8531-7D35-404C-9A81-532D4E6E3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416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00" y="650452"/>
            <a:ext cx="1451549" cy="2276581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325" y="1404797"/>
            <a:ext cx="2278410" cy="6933634"/>
          </a:xfrm>
        </p:spPr>
        <p:txBody>
          <a:bodyPr/>
          <a:lstStyle>
            <a:lvl1pPr>
              <a:defRPr sz="1575"/>
            </a:lvl1pPr>
            <a:lvl2pPr>
              <a:defRPr sz="1378"/>
            </a:lvl2pPr>
            <a:lvl3pPr>
              <a:defRPr sz="1181"/>
            </a:lvl3pPr>
            <a:lvl4pPr>
              <a:defRPr sz="984"/>
            </a:lvl4pPr>
            <a:lvl5pPr>
              <a:defRPr sz="984"/>
            </a:lvl5pPr>
            <a:lvl6pPr>
              <a:defRPr sz="984"/>
            </a:lvl6pPr>
            <a:lvl7pPr>
              <a:defRPr sz="984"/>
            </a:lvl7pPr>
            <a:lvl8pPr>
              <a:defRPr sz="984"/>
            </a:lvl8pPr>
            <a:lvl9pPr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000" y="2927032"/>
            <a:ext cx="1451549" cy="5422690"/>
          </a:xfrm>
        </p:spPr>
        <p:txBody>
          <a:bodyPr/>
          <a:lstStyle>
            <a:lvl1pPr marL="0" indent="0">
              <a:buNone/>
              <a:defRPr sz="788"/>
            </a:lvl1pPr>
            <a:lvl2pPr marL="225034" indent="0">
              <a:buNone/>
              <a:defRPr sz="689"/>
            </a:lvl2pPr>
            <a:lvl3pPr marL="450068" indent="0">
              <a:buNone/>
              <a:defRPr sz="591"/>
            </a:lvl3pPr>
            <a:lvl4pPr marL="675102" indent="0">
              <a:buNone/>
              <a:defRPr sz="492"/>
            </a:lvl4pPr>
            <a:lvl5pPr marL="900135" indent="0">
              <a:buNone/>
              <a:defRPr sz="492"/>
            </a:lvl5pPr>
            <a:lvl6pPr marL="1125169" indent="0">
              <a:buNone/>
              <a:defRPr sz="492"/>
            </a:lvl6pPr>
            <a:lvl7pPr marL="1350203" indent="0">
              <a:buNone/>
              <a:defRPr sz="492"/>
            </a:lvl7pPr>
            <a:lvl8pPr marL="1575237" indent="0">
              <a:buNone/>
              <a:defRPr sz="492"/>
            </a:lvl8pPr>
            <a:lvl9pPr marL="1800271" indent="0">
              <a:buNone/>
              <a:defRPr sz="4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3CE69-E170-4F6C-9324-4D8A5197E61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8531-7D35-404C-9A81-532D4E6E3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00" y="650452"/>
            <a:ext cx="1451549" cy="2276581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13325" y="1404797"/>
            <a:ext cx="2278410" cy="6933634"/>
          </a:xfrm>
        </p:spPr>
        <p:txBody>
          <a:bodyPr anchor="t"/>
          <a:lstStyle>
            <a:lvl1pPr marL="0" indent="0">
              <a:buNone/>
              <a:defRPr sz="1575"/>
            </a:lvl1pPr>
            <a:lvl2pPr marL="225034" indent="0">
              <a:buNone/>
              <a:defRPr sz="1378"/>
            </a:lvl2pPr>
            <a:lvl3pPr marL="450068" indent="0">
              <a:buNone/>
              <a:defRPr sz="1181"/>
            </a:lvl3pPr>
            <a:lvl4pPr marL="675102" indent="0">
              <a:buNone/>
              <a:defRPr sz="984"/>
            </a:lvl4pPr>
            <a:lvl5pPr marL="900135" indent="0">
              <a:buNone/>
              <a:defRPr sz="984"/>
            </a:lvl5pPr>
            <a:lvl6pPr marL="1125169" indent="0">
              <a:buNone/>
              <a:defRPr sz="984"/>
            </a:lvl6pPr>
            <a:lvl7pPr marL="1350203" indent="0">
              <a:buNone/>
              <a:defRPr sz="984"/>
            </a:lvl7pPr>
            <a:lvl8pPr marL="1575237" indent="0">
              <a:buNone/>
              <a:defRPr sz="984"/>
            </a:lvl8pPr>
            <a:lvl9pPr marL="1800271" indent="0">
              <a:buNone/>
              <a:defRPr sz="98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000" y="2927032"/>
            <a:ext cx="1451549" cy="5422690"/>
          </a:xfrm>
        </p:spPr>
        <p:txBody>
          <a:bodyPr/>
          <a:lstStyle>
            <a:lvl1pPr marL="0" indent="0">
              <a:buNone/>
              <a:defRPr sz="788"/>
            </a:lvl1pPr>
            <a:lvl2pPr marL="225034" indent="0">
              <a:buNone/>
              <a:defRPr sz="689"/>
            </a:lvl2pPr>
            <a:lvl3pPr marL="450068" indent="0">
              <a:buNone/>
              <a:defRPr sz="591"/>
            </a:lvl3pPr>
            <a:lvl4pPr marL="675102" indent="0">
              <a:buNone/>
              <a:defRPr sz="492"/>
            </a:lvl4pPr>
            <a:lvl5pPr marL="900135" indent="0">
              <a:buNone/>
              <a:defRPr sz="492"/>
            </a:lvl5pPr>
            <a:lvl6pPr marL="1125169" indent="0">
              <a:buNone/>
              <a:defRPr sz="492"/>
            </a:lvl6pPr>
            <a:lvl7pPr marL="1350203" indent="0">
              <a:buNone/>
              <a:defRPr sz="492"/>
            </a:lvl7pPr>
            <a:lvl8pPr marL="1575237" indent="0">
              <a:buNone/>
              <a:defRPr sz="492"/>
            </a:lvl8pPr>
            <a:lvl9pPr marL="1800271" indent="0">
              <a:buNone/>
              <a:defRPr sz="4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3CE69-E170-4F6C-9324-4D8A5197E61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8531-7D35-404C-9A81-532D4E6E3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25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3CE69-E170-4F6C-9324-4D8A5197E61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8531-7D35-404C-9A81-532D4E6E3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401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20716" y="519458"/>
            <a:ext cx="970434" cy="826841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9414" y="519458"/>
            <a:ext cx="2855045" cy="826841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3CE69-E170-4F6C-9324-4D8A5197E61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8531-7D35-404C-9A81-532D4E6E3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048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9414" y="519460"/>
            <a:ext cx="3881736" cy="1885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414" y="2597290"/>
            <a:ext cx="3881736" cy="6190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9414" y="9043087"/>
            <a:ext cx="1012627" cy="5194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3CE69-E170-4F6C-9324-4D8A5197E61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0812" y="9043087"/>
            <a:ext cx="1518940" cy="5194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78522" y="9043087"/>
            <a:ext cx="1012627" cy="5194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B8531-7D35-404C-9A81-532D4E6E3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75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0068" rtl="0" eaLnBrk="1" latinLnBrk="0" hangingPunct="1">
        <a:lnSpc>
          <a:spcPct val="90000"/>
        </a:lnSpc>
        <a:spcBef>
          <a:spcPct val="0"/>
        </a:spcBef>
        <a:buNone/>
        <a:defRPr sz="21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2517" indent="-112517" algn="l" defTabSz="450068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378" kern="1200">
          <a:solidFill>
            <a:schemeClr val="tx1"/>
          </a:solidFill>
          <a:latin typeface="+mn-lt"/>
          <a:ea typeface="+mn-ea"/>
          <a:cs typeface="+mn-cs"/>
        </a:defRPr>
      </a:lvl1pPr>
      <a:lvl2pPr marL="337551" indent="-112517" algn="l" defTabSz="450068" rtl="0" eaLnBrk="1" latinLnBrk="0" hangingPunct="1">
        <a:lnSpc>
          <a:spcPct val="90000"/>
        </a:lnSpc>
        <a:spcBef>
          <a:spcPts val="246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2pPr>
      <a:lvl3pPr marL="562585" indent="-112517" algn="l" defTabSz="450068" rtl="0" eaLnBrk="1" latinLnBrk="0" hangingPunct="1">
        <a:lnSpc>
          <a:spcPct val="90000"/>
        </a:lnSpc>
        <a:spcBef>
          <a:spcPts val="246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3pPr>
      <a:lvl4pPr marL="787618" indent="-112517" algn="l" defTabSz="450068" rtl="0" eaLnBrk="1" latinLnBrk="0" hangingPunct="1">
        <a:lnSpc>
          <a:spcPct val="90000"/>
        </a:lnSpc>
        <a:spcBef>
          <a:spcPts val="246"/>
        </a:spcBef>
        <a:buFont typeface="Arial" panose="020B0604020202020204" pitchFamily="34" charset="0"/>
        <a:buChar char="•"/>
        <a:defRPr sz="886" kern="1200">
          <a:solidFill>
            <a:schemeClr val="tx1"/>
          </a:solidFill>
          <a:latin typeface="+mn-lt"/>
          <a:ea typeface="+mn-ea"/>
          <a:cs typeface="+mn-cs"/>
        </a:defRPr>
      </a:lvl4pPr>
      <a:lvl5pPr marL="1012652" indent="-112517" algn="l" defTabSz="450068" rtl="0" eaLnBrk="1" latinLnBrk="0" hangingPunct="1">
        <a:lnSpc>
          <a:spcPct val="90000"/>
        </a:lnSpc>
        <a:spcBef>
          <a:spcPts val="246"/>
        </a:spcBef>
        <a:buFont typeface="Arial" panose="020B0604020202020204" pitchFamily="34" charset="0"/>
        <a:buChar char="•"/>
        <a:defRPr sz="886" kern="1200">
          <a:solidFill>
            <a:schemeClr val="tx1"/>
          </a:solidFill>
          <a:latin typeface="+mn-lt"/>
          <a:ea typeface="+mn-ea"/>
          <a:cs typeface="+mn-cs"/>
        </a:defRPr>
      </a:lvl5pPr>
      <a:lvl6pPr marL="1237686" indent="-112517" algn="l" defTabSz="450068" rtl="0" eaLnBrk="1" latinLnBrk="0" hangingPunct="1">
        <a:lnSpc>
          <a:spcPct val="90000"/>
        </a:lnSpc>
        <a:spcBef>
          <a:spcPts val="246"/>
        </a:spcBef>
        <a:buFont typeface="Arial" panose="020B0604020202020204" pitchFamily="34" charset="0"/>
        <a:buChar char="•"/>
        <a:defRPr sz="886" kern="1200">
          <a:solidFill>
            <a:schemeClr val="tx1"/>
          </a:solidFill>
          <a:latin typeface="+mn-lt"/>
          <a:ea typeface="+mn-ea"/>
          <a:cs typeface="+mn-cs"/>
        </a:defRPr>
      </a:lvl6pPr>
      <a:lvl7pPr marL="1462720" indent="-112517" algn="l" defTabSz="450068" rtl="0" eaLnBrk="1" latinLnBrk="0" hangingPunct="1">
        <a:lnSpc>
          <a:spcPct val="90000"/>
        </a:lnSpc>
        <a:spcBef>
          <a:spcPts val="246"/>
        </a:spcBef>
        <a:buFont typeface="Arial" panose="020B0604020202020204" pitchFamily="34" charset="0"/>
        <a:buChar char="•"/>
        <a:defRPr sz="886" kern="1200">
          <a:solidFill>
            <a:schemeClr val="tx1"/>
          </a:solidFill>
          <a:latin typeface="+mn-lt"/>
          <a:ea typeface="+mn-ea"/>
          <a:cs typeface="+mn-cs"/>
        </a:defRPr>
      </a:lvl7pPr>
      <a:lvl8pPr marL="1687754" indent="-112517" algn="l" defTabSz="450068" rtl="0" eaLnBrk="1" latinLnBrk="0" hangingPunct="1">
        <a:lnSpc>
          <a:spcPct val="90000"/>
        </a:lnSpc>
        <a:spcBef>
          <a:spcPts val="246"/>
        </a:spcBef>
        <a:buFont typeface="Arial" panose="020B0604020202020204" pitchFamily="34" charset="0"/>
        <a:buChar char="•"/>
        <a:defRPr sz="886" kern="1200">
          <a:solidFill>
            <a:schemeClr val="tx1"/>
          </a:solidFill>
          <a:latin typeface="+mn-lt"/>
          <a:ea typeface="+mn-ea"/>
          <a:cs typeface="+mn-cs"/>
        </a:defRPr>
      </a:lvl8pPr>
      <a:lvl9pPr marL="1912788" indent="-112517" algn="l" defTabSz="450068" rtl="0" eaLnBrk="1" latinLnBrk="0" hangingPunct="1">
        <a:lnSpc>
          <a:spcPct val="90000"/>
        </a:lnSpc>
        <a:spcBef>
          <a:spcPts val="246"/>
        </a:spcBef>
        <a:buFont typeface="Arial" panose="020B0604020202020204" pitchFamily="34" charset="0"/>
        <a:buChar char="•"/>
        <a:defRPr sz="8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0068" rtl="0" eaLnBrk="1" latinLnBrk="0" hangingPunct="1">
        <a:defRPr sz="886" kern="1200">
          <a:solidFill>
            <a:schemeClr val="tx1"/>
          </a:solidFill>
          <a:latin typeface="+mn-lt"/>
          <a:ea typeface="+mn-ea"/>
          <a:cs typeface="+mn-cs"/>
        </a:defRPr>
      </a:lvl1pPr>
      <a:lvl2pPr marL="225034" algn="l" defTabSz="450068" rtl="0" eaLnBrk="1" latinLnBrk="0" hangingPunct="1">
        <a:defRPr sz="886" kern="1200">
          <a:solidFill>
            <a:schemeClr val="tx1"/>
          </a:solidFill>
          <a:latin typeface="+mn-lt"/>
          <a:ea typeface="+mn-ea"/>
          <a:cs typeface="+mn-cs"/>
        </a:defRPr>
      </a:lvl2pPr>
      <a:lvl3pPr marL="450068" algn="l" defTabSz="450068" rtl="0" eaLnBrk="1" latinLnBrk="0" hangingPunct="1">
        <a:defRPr sz="886" kern="1200">
          <a:solidFill>
            <a:schemeClr val="tx1"/>
          </a:solidFill>
          <a:latin typeface="+mn-lt"/>
          <a:ea typeface="+mn-ea"/>
          <a:cs typeface="+mn-cs"/>
        </a:defRPr>
      </a:lvl3pPr>
      <a:lvl4pPr marL="675102" algn="l" defTabSz="450068" rtl="0" eaLnBrk="1" latinLnBrk="0" hangingPunct="1">
        <a:defRPr sz="886" kern="1200">
          <a:solidFill>
            <a:schemeClr val="tx1"/>
          </a:solidFill>
          <a:latin typeface="+mn-lt"/>
          <a:ea typeface="+mn-ea"/>
          <a:cs typeface="+mn-cs"/>
        </a:defRPr>
      </a:lvl4pPr>
      <a:lvl5pPr marL="900135" algn="l" defTabSz="450068" rtl="0" eaLnBrk="1" latinLnBrk="0" hangingPunct="1">
        <a:defRPr sz="886" kern="1200">
          <a:solidFill>
            <a:schemeClr val="tx1"/>
          </a:solidFill>
          <a:latin typeface="+mn-lt"/>
          <a:ea typeface="+mn-ea"/>
          <a:cs typeface="+mn-cs"/>
        </a:defRPr>
      </a:lvl5pPr>
      <a:lvl6pPr marL="1125169" algn="l" defTabSz="450068" rtl="0" eaLnBrk="1" latinLnBrk="0" hangingPunct="1">
        <a:defRPr sz="886" kern="1200">
          <a:solidFill>
            <a:schemeClr val="tx1"/>
          </a:solidFill>
          <a:latin typeface="+mn-lt"/>
          <a:ea typeface="+mn-ea"/>
          <a:cs typeface="+mn-cs"/>
        </a:defRPr>
      </a:lvl6pPr>
      <a:lvl7pPr marL="1350203" algn="l" defTabSz="450068" rtl="0" eaLnBrk="1" latinLnBrk="0" hangingPunct="1">
        <a:defRPr sz="886" kern="1200">
          <a:solidFill>
            <a:schemeClr val="tx1"/>
          </a:solidFill>
          <a:latin typeface="+mn-lt"/>
          <a:ea typeface="+mn-ea"/>
          <a:cs typeface="+mn-cs"/>
        </a:defRPr>
      </a:lvl7pPr>
      <a:lvl8pPr marL="1575237" algn="l" defTabSz="450068" rtl="0" eaLnBrk="1" latinLnBrk="0" hangingPunct="1">
        <a:defRPr sz="886" kern="1200">
          <a:solidFill>
            <a:schemeClr val="tx1"/>
          </a:solidFill>
          <a:latin typeface="+mn-lt"/>
          <a:ea typeface="+mn-ea"/>
          <a:cs typeface="+mn-cs"/>
        </a:defRPr>
      </a:lvl8pPr>
      <a:lvl9pPr marL="1800271" algn="l" defTabSz="450068" rtl="0" eaLnBrk="1" latinLnBrk="0" hangingPunct="1">
        <a:defRPr sz="8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slide" Target="slide1.xml"/><Relationship Id="rId7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slide" Target="slide2.xml"/><Relationship Id="rId9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" Target="slide7.xml"/><Relationship Id="rId7" Type="http://schemas.openxmlformats.org/officeDocument/2006/relationships/slide" Target="slide1.xml"/><Relationship Id="rId12" Type="http://schemas.openxmlformats.org/officeDocument/2006/relationships/image" Target="../media/image3.sv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11" Type="http://schemas.openxmlformats.org/officeDocument/2006/relationships/image" Target="../media/image6.svg"/><Relationship Id="rId5" Type="http://schemas.openxmlformats.org/officeDocument/2006/relationships/slide" Target="slide9.xml"/><Relationship Id="rId10" Type="http://schemas.openxmlformats.org/officeDocument/2006/relationships/image" Target="../media/image4.svg"/><Relationship Id="rId4" Type="http://schemas.openxmlformats.org/officeDocument/2006/relationships/slide" Target="slide8.xml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" Target="slide1.xml"/><Relationship Id="rId7" Type="http://schemas.openxmlformats.org/officeDocument/2006/relationships/slide" Target="slide7.xml"/><Relationship Id="rId12" Type="http://schemas.openxmlformats.org/officeDocument/2006/relationships/image" Target="../media/image3.svg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11" Type="http://schemas.openxmlformats.org/officeDocument/2006/relationships/image" Target="../media/image6.svg"/><Relationship Id="rId5" Type="http://schemas.openxmlformats.org/officeDocument/2006/relationships/slide" Target="slide9.xml"/><Relationship Id="rId10" Type="http://schemas.openxmlformats.org/officeDocument/2006/relationships/image" Target="../media/image7.svg"/><Relationship Id="rId4" Type="http://schemas.openxmlformats.org/officeDocument/2006/relationships/slide" Target="slide8.xml"/><Relationship Id="rId9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" Target="slide1.xml"/><Relationship Id="rId7" Type="http://schemas.openxmlformats.org/officeDocument/2006/relationships/image" Target="../media/image7.svg"/><Relationship Id="rId12" Type="http://schemas.openxmlformats.org/officeDocument/2006/relationships/image" Target="../media/image5.svg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11" Type="http://schemas.openxmlformats.org/officeDocument/2006/relationships/slide" Target="slide8.xml"/><Relationship Id="rId5" Type="http://schemas.openxmlformats.org/officeDocument/2006/relationships/slide" Target="slide9.xml"/><Relationship Id="rId10" Type="http://schemas.openxmlformats.org/officeDocument/2006/relationships/image" Target="../media/image4.svg"/><Relationship Id="rId4" Type="http://schemas.openxmlformats.org/officeDocument/2006/relationships/slide" Target="slide7.xml"/><Relationship Id="rId9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" Target="slide1.xml"/><Relationship Id="rId7" Type="http://schemas.openxmlformats.org/officeDocument/2006/relationships/image" Target="../media/image7.svg"/><Relationship Id="rId12" Type="http://schemas.openxmlformats.org/officeDocument/2006/relationships/image" Target="../media/image6.svg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11" Type="http://schemas.openxmlformats.org/officeDocument/2006/relationships/slide" Target="slide9.xml"/><Relationship Id="rId5" Type="http://schemas.openxmlformats.org/officeDocument/2006/relationships/slide" Target="slide8.xml"/><Relationship Id="rId10" Type="http://schemas.openxmlformats.org/officeDocument/2006/relationships/image" Target="../media/image5.svg"/><Relationship Id="rId4" Type="http://schemas.openxmlformats.org/officeDocument/2006/relationships/slide" Target="slide7.xml"/><Relationship Id="rId9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" Target="slide1.xml"/><Relationship Id="rId7" Type="http://schemas.openxmlformats.org/officeDocument/2006/relationships/image" Target="../media/image7.svg"/><Relationship Id="rId12" Type="http://schemas.openxmlformats.org/officeDocument/2006/relationships/image" Target="../media/image3.svg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11" Type="http://schemas.openxmlformats.org/officeDocument/2006/relationships/slide" Target="slide10.xml"/><Relationship Id="rId5" Type="http://schemas.openxmlformats.org/officeDocument/2006/relationships/slide" Target="slide8.xml"/><Relationship Id="rId10" Type="http://schemas.openxmlformats.org/officeDocument/2006/relationships/image" Target="../media/image6.svg"/><Relationship Id="rId4" Type="http://schemas.openxmlformats.org/officeDocument/2006/relationships/slide" Target="slide7.xml"/><Relationship Id="rId9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" Target="slide3.xml"/><Relationship Id="rId7" Type="http://schemas.openxmlformats.org/officeDocument/2006/relationships/image" Target="../media/image3.svg"/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" Target="slide4.xml"/><Relationship Id="rId7" Type="http://schemas.openxmlformats.org/officeDocument/2006/relationships/image" Target="../media/image7.svg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slide" Target="slide5.xml"/><Relationship Id="rId7" Type="http://schemas.openxmlformats.org/officeDocument/2006/relationships/image" Target="../media/image4.svg"/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" Target="slide6.xml"/><Relationship Id="rId7" Type="http://schemas.openxmlformats.org/officeDocument/2006/relationships/image" Target="../media/image3.svg"/><Relationship Id="rId2" Type="http://schemas.openxmlformats.org/officeDocument/2006/relationships/slide" Target="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589CD9-A2B2-373D-D4A1-9C6E00270A0B}"/>
              </a:ext>
            </a:extLst>
          </p:cNvPr>
          <p:cNvSpPr/>
          <p:nvPr/>
        </p:nvSpPr>
        <p:spPr>
          <a:xfrm>
            <a:off x="180281" y="4524371"/>
            <a:ext cx="4140000" cy="2197943"/>
          </a:xfrm>
          <a:prstGeom prst="roundRect">
            <a:avLst/>
          </a:prstGeom>
          <a:solidFill>
            <a:srgbClr val="1E1E1E"/>
          </a:solidFill>
          <a:ln w="9525">
            <a:noFill/>
          </a:ln>
          <a:effectLst>
            <a:outerShdw blurRad="254000" algn="ctr" rotWithShape="0">
              <a:srgbClr val="DDC18B">
                <a:alpha val="84706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DDC18B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DAILY MACROS BREAKDOWN</a:t>
            </a:r>
          </a:p>
          <a:p>
            <a:pPr algn="ctr"/>
            <a:endParaRPr lang="en-IN" dirty="0"/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PROTEIN: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125G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|   CARBS: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120G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</a:t>
            </a:r>
          </a:p>
          <a:p>
            <a:pPr algn="ctr"/>
            <a:endParaRPr lang="en-IN" sz="1400" dirty="0">
              <a:solidFill>
                <a:srgbClr val="A0A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FATS: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35G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|   FIBER: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25G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B2DDB-3ECF-235F-D949-2453B13F17CE}"/>
              </a:ext>
            </a:extLst>
          </p:cNvPr>
          <p:cNvSpPr txBox="1"/>
          <p:nvPr/>
        </p:nvSpPr>
        <p:spPr>
          <a:xfrm>
            <a:off x="134063" y="3117232"/>
            <a:ext cx="3834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DDC18B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1,300 KCAL </a:t>
            </a:r>
            <a:r>
              <a:rPr lang="en-IN" sz="2800" dirty="0">
                <a:solidFill>
                  <a:srgbClr val="757575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TARGET</a:t>
            </a:r>
          </a:p>
        </p:txBody>
      </p:sp>
      <p:pic>
        <p:nvPicPr>
          <p:cNvPr id="33" name="Graphic 32" descr="Fire">
            <a:extLst>
              <a:ext uri="{FF2B5EF4-FFF2-40B4-BE49-F238E27FC236}">
                <a16:creationId xmlns:a16="http://schemas.microsoft.com/office/drawing/2014/main" id="{3AFC3FC5-8AF5-CA52-5176-BA84CF78E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80317" y="3161273"/>
            <a:ext cx="408244" cy="40824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36CA84F-12D9-F8FF-FEED-130DDCE305E6}"/>
              </a:ext>
            </a:extLst>
          </p:cNvPr>
          <p:cNvSpPr txBox="1"/>
          <p:nvPr/>
        </p:nvSpPr>
        <p:spPr>
          <a:xfrm>
            <a:off x="0" y="1954227"/>
            <a:ext cx="4500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DDC18B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00</a:t>
            </a:r>
            <a:r>
              <a:rPr lang="en-IN" sz="2000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sz="2000" dirty="0">
                <a:solidFill>
                  <a:srgbClr val="757575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TARGET CALORIE AND MACROS</a:t>
            </a: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1751F06A-ADE0-F16D-56E6-2817592BE10D}"/>
              </a:ext>
            </a:extLst>
          </p:cNvPr>
          <p:cNvSpPr/>
          <p:nvPr/>
        </p:nvSpPr>
        <p:spPr>
          <a:xfrm>
            <a:off x="-188259" y="0"/>
            <a:ext cx="4867835" cy="11887200"/>
          </a:xfrm>
          <a:prstGeom prst="rect">
            <a:avLst/>
          </a:prstGeom>
          <a:solidFill>
            <a:srgbClr val="4472C4">
              <a:alpha val="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Graphic 4" descr="Muscular arm">
            <a:hlinkClick r:id="rId4" action="ppaction://hlinksldjump"/>
            <a:extLst>
              <a:ext uri="{FF2B5EF4-FFF2-40B4-BE49-F238E27FC236}">
                <a16:creationId xmlns:a16="http://schemas.microsoft.com/office/drawing/2014/main" id="{92203297-4C66-F98A-FDE2-632FA6A238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2000" y="817375"/>
            <a:ext cx="744210" cy="60801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</p:pic>
      <p:sp>
        <p:nvSpPr>
          <p:cNvPr id="11" name="Protein card">
            <a:hlinkClick r:id="rId4" action="ppaction://hlinksldjump"/>
            <a:extLst>
              <a:ext uri="{FF2B5EF4-FFF2-40B4-BE49-F238E27FC236}">
                <a16:creationId xmlns:a16="http://schemas.microsoft.com/office/drawing/2014/main" id="{B6ECE2F1-1F9C-7370-2AEA-5D4965E7106A}"/>
              </a:ext>
            </a:extLst>
          </p:cNvPr>
          <p:cNvSpPr/>
          <p:nvPr/>
        </p:nvSpPr>
        <p:spPr>
          <a:xfrm>
            <a:off x="-26894" y="831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4A59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Carbs card">
            <a:hlinkClick r:id="rId4" action="ppaction://hlinksldjump"/>
            <a:extLst>
              <a:ext uri="{FF2B5EF4-FFF2-40B4-BE49-F238E27FC236}">
                <a16:creationId xmlns:a16="http://schemas.microsoft.com/office/drawing/2014/main" id="{0379DDA6-36E6-BB35-B567-3DB2084D174E}"/>
              </a:ext>
            </a:extLst>
          </p:cNvPr>
          <p:cNvSpPr/>
          <p:nvPr/>
        </p:nvSpPr>
        <p:spPr>
          <a:xfrm>
            <a:off x="-28800" y="867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EAD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ats and Fibers card">
            <a:hlinkClick r:id="rId4" action="ppaction://hlinksldjump"/>
            <a:extLst>
              <a:ext uri="{FF2B5EF4-FFF2-40B4-BE49-F238E27FC236}">
                <a16:creationId xmlns:a16="http://schemas.microsoft.com/office/drawing/2014/main" id="{AF819BC4-9702-EBD2-FBF2-2A1B305023FA}"/>
              </a:ext>
            </a:extLst>
          </p:cNvPr>
          <p:cNvSpPr/>
          <p:nvPr/>
        </p:nvSpPr>
        <p:spPr>
          <a:xfrm>
            <a:off x="-28800" y="903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2C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ipes card">
            <a:hlinkClick r:id="rId4" action="ppaction://hlinksldjump"/>
            <a:extLst>
              <a:ext uri="{FF2B5EF4-FFF2-40B4-BE49-F238E27FC236}">
                <a16:creationId xmlns:a16="http://schemas.microsoft.com/office/drawing/2014/main" id="{8E0BE4C6-597C-B6ED-92C5-B5C09651FE3F}"/>
              </a:ext>
            </a:extLst>
          </p:cNvPr>
          <p:cNvSpPr/>
          <p:nvPr/>
        </p:nvSpPr>
        <p:spPr>
          <a:xfrm>
            <a:off x="-28800" y="939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0C4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Graphic 30" descr="Chef">
            <a:hlinkClick r:id="rId4" action="ppaction://hlinksldjump"/>
            <a:extLst>
              <a:ext uri="{FF2B5EF4-FFF2-40B4-BE49-F238E27FC236}">
                <a16:creationId xmlns:a16="http://schemas.microsoft.com/office/drawing/2014/main" id="{84F8781C-84E4-949A-9EE8-D232F9C020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0000" y="9486000"/>
            <a:ext cx="180000" cy="180000"/>
          </a:xfrm>
          <a:prstGeom prst="rect">
            <a:avLst/>
          </a:prstGeom>
        </p:spPr>
      </p:pic>
      <p:pic>
        <p:nvPicPr>
          <p:cNvPr id="20" name="Graphic 19" descr="Chicken leg">
            <a:hlinkClick r:id="rId4" action="ppaction://hlinksldjump"/>
            <a:extLst>
              <a:ext uri="{FF2B5EF4-FFF2-40B4-BE49-F238E27FC236}">
                <a16:creationId xmlns:a16="http://schemas.microsoft.com/office/drawing/2014/main" id="{B055E4A6-2BBC-3AED-E16C-FB09C615F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0000" y="8406000"/>
            <a:ext cx="180000" cy="180000"/>
          </a:xfrm>
          <a:prstGeom prst="rect">
            <a:avLst/>
          </a:prstGeom>
        </p:spPr>
      </p:pic>
      <p:pic>
        <p:nvPicPr>
          <p:cNvPr id="25" name="Graphic 24" descr="Corn">
            <a:hlinkClick r:id="rId4" action="ppaction://hlinksldjump"/>
            <a:extLst>
              <a:ext uri="{FF2B5EF4-FFF2-40B4-BE49-F238E27FC236}">
                <a16:creationId xmlns:a16="http://schemas.microsoft.com/office/drawing/2014/main" id="{C7A7770C-881F-13D0-DF4D-B8E36F51B3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60000" y="8766000"/>
            <a:ext cx="180000" cy="180000"/>
          </a:xfrm>
          <a:prstGeom prst="rect">
            <a:avLst/>
          </a:prstGeom>
        </p:spPr>
      </p:pic>
      <p:pic>
        <p:nvPicPr>
          <p:cNvPr id="29" name="Graphic 28" descr="Avocado">
            <a:hlinkClick r:id="rId4" action="ppaction://hlinksldjump"/>
            <a:extLst>
              <a:ext uri="{FF2B5EF4-FFF2-40B4-BE49-F238E27FC236}">
                <a16:creationId xmlns:a16="http://schemas.microsoft.com/office/drawing/2014/main" id="{5290C2C7-243E-DEC1-799E-0CEBEE0FB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60000" y="912600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78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56550-43A9-2D4E-4074-778118C2E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D95338ED-5A29-B2E8-C68B-A3D31D90FA53}"/>
              </a:ext>
            </a:extLst>
          </p:cNvPr>
          <p:cNvSpPr/>
          <p:nvPr/>
        </p:nvSpPr>
        <p:spPr>
          <a:xfrm>
            <a:off x="-188259" y="0"/>
            <a:ext cx="4867835" cy="11887200"/>
          </a:xfrm>
          <a:prstGeom prst="rect">
            <a:avLst/>
          </a:prstGeom>
          <a:solidFill>
            <a:srgbClr val="4472C4">
              <a:alpha val="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Protein card">
            <a:hlinkClick r:id="rId3" action="ppaction://hlinksldjump"/>
            <a:extLst>
              <a:ext uri="{FF2B5EF4-FFF2-40B4-BE49-F238E27FC236}">
                <a16:creationId xmlns:a16="http://schemas.microsoft.com/office/drawing/2014/main" id="{94B7A04E-37EF-104D-652D-A6D193289748}"/>
              </a:ext>
            </a:extLst>
          </p:cNvPr>
          <p:cNvSpPr/>
          <p:nvPr/>
        </p:nvSpPr>
        <p:spPr>
          <a:xfrm>
            <a:off x="-40341" y="1620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4A59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Carbs card">
            <a:hlinkClick r:id="rId4" action="ppaction://hlinksldjump"/>
            <a:extLst>
              <a:ext uri="{FF2B5EF4-FFF2-40B4-BE49-F238E27FC236}">
                <a16:creationId xmlns:a16="http://schemas.microsoft.com/office/drawing/2014/main" id="{A9827D2C-2FC8-48C3-E37B-A2E060DAD575}"/>
              </a:ext>
            </a:extLst>
          </p:cNvPr>
          <p:cNvSpPr/>
          <p:nvPr/>
        </p:nvSpPr>
        <p:spPr>
          <a:xfrm>
            <a:off x="-42247" y="3654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EAD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ats and Fibers card">
            <a:hlinkClick r:id="rId5" action="ppaction://hlinksldjump"/>
            <a:extLst>
              <a:ext uri="{FF2B5EF4-FFF2-40B4-BE49-F238E27FC236}">
                <a16:creationId xmlns:a16="http://schemas.microsoft.com/office/drawing/2014/main" id="{7A4DA7F3-C8F8-B002-0A0B-D1CD4F6BFB77}"/>
              </a:ext>
            </a:extLst>
          </p:cNvPr>
          <p:cNvSpPr/>
          <p:nvPr/>
        </p:nvSpPr>
        <p:spPr>
          <a:xfrm>
            <a:off x="-42247" y="5688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2C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ipes card">
            <a:hlinkClick r:id="rId6" action="ppaction://hlinksldjump"/>
            <a:extLst>
              <a:ext uri="{FF2B5EF4-FFF2-40B4-BE49-F238E27FC236}">
                <a16:creationId xmlns:a16="http://schemas.microsoft.com/office/drawing/2014/main" id="{A87DBB46-EA97-414E-8C85-C639566B937C}"/>
              </a:ext>
            </a:extLst>
          </p:cNvPr>
          <p:cNvSpPr/>
          <p:nvPr/>
        </p:nvSpPr>
        <p:spPr>
          <a:xfrm>
            <a:off x="-42247" y="7722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0C4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Graphic 4" descr="Muscular arm">
            <a:hlinkClick r:id="rId7" action="ppaction://hlinksldjump"/>
            <a:extLst>
              <a:ext uri="{FF2B5EF4-FFF2-40B4-BE49-F238E27FC236}">
                <a16:creationId xmlns:a16="http://schemas.microsoft.com/office/drawing/2014/main" id="{5CA928B3-F887-C1B2-ED22-D7DC74D00D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48553" y="615670"/>
            <a:ext cx="744683" cy="6084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</p:pic>
      <p:pic>
        <p:nvPicPr>
          <p:cNvPr id="3" name="Graphic 2" descr="Corn">
            <a:hlinkClick r:id="rId4" action="ppaction://hlinksldjump"/>
            <a:extLst>
              <a:ext uri="{FF2B5EF4-FFF2-40B4-BE49-F238E27FC236}">
                <a16:creationId xmlns:a16="http://schemas.microsoft.com/office/drawing/2014/main" id="{DF687609-AB98-649E-B1D6-09F84B04ED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20553" y="3438000"/>
            <a:ext cx="432000" cy="432000"/>
          </a:xfrm>
          <a:prstGeom prst="rect">
            <a:avLst/>
          </a:prstGeom>
        </p:spPr>
      </p:pic>
      <p:pic>
        <p:nvPicPr>
          <p:cNvPr id="7" name="Graphic 6" descr="Chicken leg">
            <a:hlinkClick r:id="rId3" action="ppaction://hlinksldjump"/>
            <a:extLst>
              <a:ext uri="{FF2B5EF4-FFF2-40B4-BE49-F238E27FC236}">
                <a16:creationId xmlns:a16="http://schemas.microsoft.com/office/drawing/2014/main" id="{7E97EFF6-D030-C1AA-EEE0-EEC3943446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0553" y="1404000"/>
            <a:ext cx="432000" cy="432000"/>
          </a:xfrm>
          <a:prstGeom prst="rect">
            <a:avLst/>
          </a:prstGeom>
        </p:spPr>
      </p:pic>
      <p:pic>
        <p:nvPicPr>
          <p:cNvPr id="12" name="Graphic 11" descr="Avocado">
            <a:hlinkClick r:id="rId5" action="ppaction://hlinksldjump"/>
            <a:extLst>
              <a:ext uri="{FF2B5EF4-FFF2-40B4-BE49-F238E27FC236}">
                <a16:creationId xmlns:a16="http://schemas.microsoft.com/office/drawing/2014/main" id="{69F0C12D-942A-D91F-6272-73C3408BA9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0553" y="5485447"/>
            <a:ext cx="432000" cy="432000"/>
          </a:xfrm>
          <a:prstGeom prst="rect">
            <a:avLst/>
          </a:prstGeom>
        </p:spPr>
      </p:pic>
      <p:pic>
        <p:nvPicPr>
          <p:cNvPr id="14" name="Graphic 13" descr="Chef">
            <a:hlinkClick r:id="rId6" action="ppaction://hlinksldjump"/>
            <a:extLst>
              <a:ext uri="{FF2B5EF4-FFF2-40B4-BE49-F238E27FC236}">
                <a16:creationId xmlns:a16="http://schemas.microsoft.com/office/drawing/2014/main" id="{BA5FADE3-ED65-6000-8568-FF6AD4BC5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20553" y="7506000"/>
            <a:ext cx="432000" cy="432000"/>
          </a:xfrm>
          <a:prstGeom prst="rect">
            <a:avLst/>
          </a:prstGeom>
        </p:spPr>
      </p:pic>
      <p:sp>
        <p:nvSpPr>
          <p:cNvPr id="23" name="TextBox 22">
            <a:hlinkClick r:id="rId4" action="ppaction://hlinksldjump"/>
            <a:extLst>
              <a:ext uri="{FF2B5EF4-FFF2-40B4-BE49-F238E27FC236}">
                <a16:creationId xmlns:a16="http://schemas.microsoft.com/office/drawing/2014/main" id="{534D2C10-D407-CE37-9E05-5BCDA1A64F3A}"/>
              </a:ext>
            </a:extLst>
          </p:cNvPr>
          <p:cNvSpPr txBox="1"/>
          <p:nvPr/>
        </p:nvSpPr>
        <p:spPr>
          <a:xfrm>
            <a:off x="-42247" y="4554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EADCC4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02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A3835F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CARBOHYDRATE BLUEPRINT</a:t>
            </a:r>
          </a:p>
        </p:txBody>
      </p:sp>
      <p:sp>
        <p:nvSpPr>
          <p:cNvPr id="21" name="TextBox 20">
            <a:hlinkClick r:id="rId3" action="ppaction://hlinksldjump"/>
            <a:extLst>
              <a:ext uri="{FF2B5EF4-FFF2-40B4-BE49-F238E27FC236}">
                <a16:creationId xmlns:a16="http://schemas.microsoft.com/office/drawing/2014/main" id="{E1EECA8E-3860-4143-EDC3-6FD7D996682A}"/>
              </a:ext>
            </a:extLst>
          </p:cNvPr>
          <p:cNvSpPr txBox="1"/>
          <p:nvPr/>
        </p:nvSpPr>
        <p:spPr>
          <a:xfrm>
            <a:off x="-42247" y="2466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01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A67C7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PROTEIN MATRIX</a:t>
            </a:r>
          </a:p>
        </p:txBody>
      </p:sp>
      <p:sp>
        <p:nvSpPr>
          <p:cNvPr id="26" name="TextBox 25">
            <a:hlinkClick r:id="rId5" action="ppaction://hlinksldjump"/>
            <a:extLst>
              <a:ext uri="{FF2B5EF4-FFF2-40B4-BE49-F238E27FC236}">
                <a16:creationId xmlns:a16="http://schemas.microsoft.com/office/drawing/2014/main" id="{BB0FBA82-8C12-F76A-9907-B40ABDB71424}"/>
              </a:ext>
            </a:extLst>
          </p:cNvPr>
          <p:cNvSpPr txBox="1"/>
          <p:nvPr/>
        </p:nvSpPr>
        <p:spPr>
          <a:xfrm>
            <a:off x="-42247" y="6588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B2C2B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03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839483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FATS AND ESSENTIAL FIBERS</a:t>
            </a:r>
          </a:p>
        </p:txBody>
      </p:sp>
      <p:sp>
        <p:nvSpPr>
          <p:cNvPr id="28" name="TextBox 27">
            <a:hlinkClick r:id="rId6" action="ppaction://hlinksldjump"/>
            <a:extLst>
              <a:ext uri="{FF2B5EF4-FFF2-40B4-BE49-F238E27FC236}">
                <a16:creationId xmlns:a16="http://schemas.microsoft.com/office/drawing/2014/main" id="{07E9F2A3-9EF4-EEF5-DEE0-D695C069FDB8}"/>
              </a:ext>
            </a:extLst>
          </p:cNvPr>
          <p:cNvSpPr txBox="1"/>
          <p:nvPr/>
        </p:nvSpPr>
        <p:spPr>
          <a:xfrm>
            <a:off x="-42247" y="8622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B0C4DE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04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7E93AD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THE 3 MASTER RECIPES</a:t>
            </a:r>
          </a:p>
        </p:txBody>
      </p:sp>
    </p:spTree>
    <p:extLst>
      <p:ext uri="{BB962C8B-B14F-4D97-AF65-F5344CB8AC3E}">
        <p14:creationId xmlns:p14="http://schemas.microsoft.com/office/powerpoint/2010/main" val="4037810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3256EF-5C42-F5DD-11E9-CB90FCB7F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03390069-A07E-0A2D-47A5-DA584C01F311}"/>
              </a:ext>
            </a:extLst>
          </p:cNvPr>
          <p:cNvSpPr/>
          <p:nvPr/>
        </p:nvSpPr>
        <p:spPr>
          <a:xfrm>
            <a:off x="-188259" y="0"/>
            <a:ext cx="4867835" cy="11887200"/>
          </a:xfrm>
          <a:prstGeom prst="rect">
            <a:avLst/>
          </a:prstGeom>
          <a:solidFill>
            <a:srgbClr val="4472C4">
              <a:alpha val="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Protein card">
            <a:hlinkClick r:id="rId3" action="ppaction://hlinksldjump"/>
            <a:extLst>
              <a:ext uri="{FF2B5EF4-FFF2-40B4-BE49-F238E27FC236}">
                <a16:creationId xmlns:a16="http://schemas.microsoft.com/office/drawing/2014/main" id="{594DE24E-69A5-0995-A3CB-45E947DAA8AF}"/>
              </a:ext>
            </a:extLst>
          </p:cNvPr>
          <p:cNvSpPr/>
          <p:nvPr/>
        </p:nvSpPr>
        <p:spPr>
          <a:xfrm>
            <a:off x="-26894" y="1620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DC18B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Carbs card">
            <a:hlinkClick r:id="rId4" action="ppaction://hlinksldjump"/>
            <a:extLst>
              <a:ext uri="{FF2B5EF4-FFF2-40B4-BE49-F238E27FC236}">
                <a16:creationId xmlns:a16="http://schemas.microsoft.com/office/drawing/2014/main" id="{5E51FFF7-85A6-AA08-98B9-DAC1CD4578B5}"/>
              </a:ext>
            </a:extLst>
          </p:cNvPr>
          <p:cNvSpPr/>
          <p:nvPr/>
        </p:nvSpPr>
        <p:spPr>
          <a:xfrm>
            <a:off x="-28800" y="3654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EAD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ats and Fibers card">
            <a:hlinkClick r:id="rId5" action="ppaction://hlinksldjump"/>
            <a:extLst>
              <a:ext uri="{FF2B5EF4-FFF2-40B4-BE49-F238E27FC236}">
                <a16:creationId xmlns:a16="http://schemas.microsoft.com/office/drawing/2014/main" id="{44D8CEDB-6FEE-58CF-FEBC-4ABBE4892780}"/>
              </a:ext>
            </a:extLst>
          </p:cNvPr>
          <p:cNvSpPr/>
          <p:nvPr/>
        </p:nvSpPr>
        <p:spPr>
          <a:xfrm>
            <a:off x="-28800" y="5688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2C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ipes card">
            <a:hlinkClick r:id="rId6" action="ppaction://hlinksldjump"/>
            <a:extLst>
              <a:ext uri="{FF2B5EF4-FFF2-40B4-BE49-F238E27FC236}">
                <a16:creationId xmlns:a16="http://schemas.microsoft.com/office/drawing/2014/main" id="{EE8BDE69-FE61-F60F-0017-C8A6D437CA2C}"/>
              </a:ext>
            </a:extLst>
          </p:cNvPr>
          <p:cNvSpPr/>
          <p:nvPr/>
        </p:nvSpPr>
        <p:spPr>
          <a:xfrm>
            <a:off x="-28800" y="7722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0C4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Graphic 4" descr="Chicken leg">
            <a:hlinkClick r:id="rId7" action="ppaction://hlinksldjump"/>
            <a:extLst>
              <a:ext uri="{FF2B5EF4-FFF2-40B4-BE49-F238E27FC236}">
                <a16:creationId xmlns:a16="http://schemas.microsoft.com/office/drawing/2014/main" id="{F533C699-FA51-C7B9-FACC-5FC97D949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962000" y="615670"/>
            <a:ext cx="608013" cy="60801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</p:pic>
      <p:pic>
        <p:nvPicPr>
          <p:cNvPr id="3" name="Graphic 2" descr="Corn">
            <a:hlinkClick r:id="rId4" action="ppaction://hlinksldjump"/>
            <a:extLst>
              <a:ext uri="{FF2B5EF4-FFF2-40B4-BE49-F238E27FC236}">
                <a16:creationId xmlns:a16="http://schemas.microsoft.com/office/drawing/2014/main" id="{E87C7244-C1B6-2A54-AC59-2496085CC2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4000" y="3438000"/>
            <a:ext cx="432000" cy="432000"/>
          </a:xfrm>
          <a:prstGeom prst="rect">
            <a:avLst/>
          </a:prstGeom>
        </p:spPr>
      </p:pic>
      <p:pic>
        <p:nvPicPr>
          <p:cNvPr id="7" name="Graphic 6" descr="Muscular arm">
            <a:hlinkClick r:id="rId3" action="ppaction://hlinksldjump"/>
            <a:extLst>
              <a:ext uri="{FF2B5EF4-FFF2-40B4-BE49-F238E27FC236}">
                <a16:creationId xmlns:a16="http://schemas.microsoft.com/office/drawing/2014/main" id="{6F8B41B3-FDD7-7018-1AB1-47BF1ABC0E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034000" y="1404000"/>
            <a:ext cx="432000" cy="432000"/>
          </a:xfrm>
          <a:prstGeom prst="rect">
            <a:avLst/>
          </a:prstGeom>
        </p:spPr>
      </p:pic>
      <p:pic>
        <p:nvPicPr>
          <p:cNvPr id="12" name="Graphic 11" descr="Avocado">
            <a:hlinkClick r:id="rId5" action="ppaction://hlinksldjump"/>
            <a:extLst>
              <a:ext uri="{FF2B5EF4-FFF2-40B4-BE49-F238E27FC236}">
                <a16:creationId xmlns:a16="http://schemas.microsoft.com/office/drawing/2014/main" id="{520E53AA-4BD6-4FE0-788C-E6647B263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4000" y="5485447"/>
            <a:ext cx="432000" cy="432000"/>
          </a:xfrm>
          <a:prstGeom prst="rect">
            <a:avLst/>
          </a:prstGeom>
        </p:spPr>
      </p:pic>
      <p:pic>
        <p:nvPicPr>
          <p:cNvPr id="14" name="Graphic 13" descr="Chef">
            <a:hlinkClick r:id="rId6" action="ppaction://hlinksldjump"/>
            <a:extLst>
              <a:ext uri="{FF2B5EF4-FFF2-40B4-BE49-F238E27FC236}">
                <a16:creationId xmlns:a16="http://schemas.microsoft.com/office/drawing/2014/main" id="{B8799990-1AB4-7477-7383-69316456AF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34000" y="7506000"/>
            <a:ext cx="432000" cy="432000"/>
          </a:xfrm>
          <a:prstGeom prst="rect">
            <a:avLst/>
          </a:prstGeom>
        </p:spPr>
      </p:pic>
      <p:sp>
        <p:nvSpPr>
          <p:cNvPr id="21" name="TextBox 20">
            <a:hlinkClick r:id="rId3" action="ppaction://hlinksldjump"/>
            <a:extLst>
              <a:ext uri="{FF2B5EF4-FFF2-40B4-BE49-F238E27FC236}">
                <a16:creationId xmlns:a16="http://schemas.microsoft.com/office/drawing/2014/main" id="{7ADEEDEA-1B16-07F5-4F86-B1DB0C1C436F}"/>
              </a:ext>
            </a:extLst>
          </p:cNvPr>
          <p:cNvSpPr txBox="1"/>
          <p:nvPr/>
        </p:nvSpPr>
        <p:spPr>
          <a:xfrm>
            <a:off x="-28800" y="2466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DDC18B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00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757575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TARGET CALORIE AND MACROS</a:t>
            </a:r>
          </a:p>
        </p:txBody>
      </p:sp>
      <p:sp>
        <p:nvSpPr>
          <p:cNvPr id="23" name="TextBox 22">
            <a:hlinkClick r:id="rId4" action="ppaction://hlinksldjump"/>
            <a:extLst>
              <a:ext uri="{FF2B5EF4-FFF2-40B4-BE49-F238E27FC236}">
                <a16:creationId xmlns:a16="http://schemas.microsoft.com/office/drawing/2014/main" id="{61B6C9BF-330C-C35F-B976-4D4D21B039B3}"/>
              </a:ext>
            </a:extLst>
          </p:cNvPr>
          <p:cNvSpPr txBox="1"/>
          <p:nvPr/>
        </p:nvSpPr>
        <p:spPr>
          <a:xfrm>
            <a:off x="-28800" y="4554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D4B28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02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A3835F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CARBOHYDRATE BLUEPRINT</a:t>
            </a:r>
          </a:p>
        </p:txBody>
      </p:sp>
      <p:sp>
        <p:nvSpPr>
          <p:cNvPr id="26" name="TextBox 25">
            <a:hlinkClick r:id="rId5" action="ppaction://hlinksldjump"/>
            <a:extLst>
              <a:ext uri="{FF2B5EF4-FFF2-40B4-BE49-F238E27FC236}">
                <a16:creationId xmlns:a16="http://schemas.microsoft.com/office/drawing/2014/main" id="{CF17C611-4320-A942-857B-93CB5A8D7F24}"/>
              </a:ext>
            </a:extLst>
          </p:cNvPr>
          <p:cNvSpPr txBox="1"/>
          <p:nvPr/>
        </p:nvSpPr>
        <p:spPr>
          <a:xfrm>
            <a:off x="-28800" y="6588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B2C2B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03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839483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FATS AND ESSENTIAL FIBERS</a:t>
            </a:r>
          </a:p>
        </p:txBody>
      </p:sp>
      <p:sp>
        <p:nvSpPr>
          <p:cNvPr id="28" name="TextBox 27">
            <a:hlinkClick r:id="rId6" action="ppaction://hlinksldjump"/>
            <a:extLst>
              <a:ext uri="{FF2B5EF4-FFF2-40B4-BE49-F238E27FC236}">
                <a16:creationId xmlns:a16="http://schemas.microsoft.com/office/drawing/2014/main" id="{C8421B92-278D-78DF-5DAC-57E58695EF95}"/>
              </a:ext>
            </a:extLst>
          </p:cNvPr>
          <p:cNvSpPr txBox="1"/>
          <p:nvPr/>
        </p:nvSpPr>
        <p:spPr>
          <a:xfrm>
            <a:off x="-28800" y="8622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B0C4DE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04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7E93AD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THE 3 MASTER RECIPES</a:t>
            </a:r>
          </a:p>
        </p:txBody>
      </p:sp>
    </p:spTree>
    <p:extLst>
      <p:ext uri="{BB962C8B-B14F-4D97-AF65-F5344CB8AC3E}">
        <p14:creationId xmlns:p14="http://schemas.microsoft.com/office/powerpoint/2010/main" val="3636783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FFC29-398A-C41D-A6E8-0FB61617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0E8050F3-F4EB-481B-A94E-3E09724592C2}"/>
              </a:ext>
            </a:extLst>
          </p:cNvPr>
          <p:cNvSpPr/>
          <p:nvPr/>
        </p:nvSpPr>
        <p:spPr>
          <a:xfrm>
            <a:off x="-188259" y="0"/>
            <a:ext cx="4867835" cy="11887200"/>
          </a:xfrm>
          <a:prstGeom prst="rect">
            <a:avLst/>
          </a:prstGeom>
          <a:solidFill>
            <a:srgbClr val="4472C4">
              <a:alpha val="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Protein card">
            <a:hlinkClick r:id="rId3" action="ppaction://hlinksldjump"/>
            <a:extLst>
              <a:ext uri="{FF2B5EF4-FFF2-40B4-BE49-F238E27FC236}">
                <a16:creationId xmlns:a16="http://schemas.microsoft.com/office/drawing/2014/main" id="{DCCF2DA5-2474-2980-16CB-7E6847B91000}"/>
              </a:ext>
            </a:extLst>
          </p:cNvPr>
          <p:cNvSpPr/>
          <p:nvPr/>
        </p:nvSpPr>
        <p:spPr>
          <a:xfrm>
            <a:off x="-26894" y="1620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DC18B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Carbs card">
            <a:hlinkClick r:id="rId4" action="ppaction://hlinksldjump"/>
            <a:extLst>
              <a:ext uri="{FF2B5EF4-FFF2-40B4-BE49-F238E27FC236}">
                <a16:creationId xmlns:a16="http://schemas.microsoft.com/office/drawing/2014/main" id="{1F609FCD-A506-27DA-89AA-67C2F5BFFB7F}"/>
              </a:ext>
            </a:extLst>
          </p:cNvPr>
          <p:cNvSpPr/>
          <p:nvPr/>
        </p:nvSpPr>
        <p:spPr>
          <a:xfrm>
            <a:off x="-28800" y="3654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4A5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ats and Fibers card">
            <a:hlinkClick r:id="rId5" action="ppaction://hlinksldjump"/>
            <a:extLst>
              <a:ext uri="{FF2B5EF4-FFF2-40B4-BE49-F238E27FC236}">
                <a16:creationId xmlns:a16="http://schemas.microsoft.com/office/drawing/2014/main" id="{32B2330D-5292-11FE-4CC7-1B9F0E64DE61}"/>
              </a:ext>
            </a:extLst>
          </p:cNvPr>
          <p:cNvSpPr/>
          <p:nvPr/>
        </p:nvSpPr>
        <p:spPr>
          <a:xfrm>
            <a:off x="-28800" y="5688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2C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ipes card">
            <a:hlinkClick r:id="rId6" action="ppaction://hlinksldjump"/>
            <a:extLst>
              <a:ext uri="{FF2B5EF4-FFF2-40B4-BE49-F238E27FC236}">
                <a16:creationId xmlns:a16="http://schemas.microsoft.com/office/drawing/2014/main" id="{1077155D-23A6-375B-62A8-5D6A760D1F72}"/>
              </a:ext>
            </a:extLst>
          </p:cNvPr>
          <p:cNvSpPr/>
          <p:nvPr/>
        </p:nvSpPr>
        <p:spPr>
          <a:xfrm>
            <a:off x="-28800" y="7722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0C4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Graphic 6" descr="Muscular arm">
            <a:hlinkClick r:id="rId3" action="ppaction://hlinksldjump"/>
            <a:extLst>
              <a:ext uri="{FF2B5EF4-FFF2-40B4-BE49-F238E27FC236}">
                <a16:creationId xmlns:a16="http://schemas.microsoft.com/office/drawing/2014/main" id="{A35C98DE-BC9E-B40A-C90C-5A966481AA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034000" y="1404000"/>
            <a:ext cx="432000" cy="432000"/>
          </a:xfrm>
          <a:prstGeom prst="rect">
            <a:avLst/>
          </a:prstGeom>
        </p:spPr>
      </p:pic>
      <p:pic>
        <p:nvPicPr>
          <p:cNvPr id="12" name="Graphic 11" descr="Avocado">
            <a:hlinkClick r:id="rId5" action="ppaction://hlinksldjump"/>
            <a:extLst>
              <a:ext uri="{FF2B5EF4-FFF2-40B4-BE49-F238E27FC236}">
                <a16:creationId xmlns:a16="http://schemas.microsoft.com/office/drawing/2014/main" id="{13B44053-D31A-E135-80F5-81D5EBE21C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34000" y="5485447"/>
            <a:ext cx="432000" cy="432000"/>
          </a:xfrm>
          <a:prstGeom prst="rect">
            <a:avLst/>
          </a:prstGeom>
        </p:spPr>
      </p:pic>
      <p:pic>
        <p:nvPicPr>
          <p:cNvPr id="14" name="Graphic 13" descr="Chef">
            <a:hlinkClick r:id="rId6" action="ppaction://hlinksldjump"/>
            <a:extLst>
              <a:ext uri="{FF2B5EF4-FFF2-40B4-BE49-F238E27FC236}">
                <a16:creationId xmlns:a16="http://schemas.microsoft.com/office/drawing/2014/main" id="{D7054218-6D8A-685F-6341-9DB91AD85A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4000" y="7506000"/>
            <a:ext cx="432000" cy="432000"/>
          </a:xfrm>
          <a:prstGeom prst="rect">
            <a:avLst/>
          </a:prstGeom>
        </p:spPr>
      </p:pic>
      <p:sp>
        <p:nvSpPr>
          <p:cNvPr id="21" name="TextBox 20">
            <a:hlinkClick r:id="rId3" action="ppaction://hlinksldjump"/>
            <a:extLst>
              <a:ext uri="{FF2B5EF4-FFF2-40B4-BE49-F238E27FC236}">
                <a16:creationId xmlns:a16="http://schemas.microsoft.com/office/drawing/2014/main" id="{BCF117D8-64D9-7943-E94C-9222514408DC}"/>
              </a:ext>
            </a:extLst>
          </p:cNvPr>
          <p:cNvSpPr txBox="1"/>
          <p:nvPr/>
        </p:nvSpPr>
        <p:spPr>
          <a:xfrm>
            <a:off x="-28800" y="2466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DDC18B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00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757575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TARGET CALORIE AND MACROS</a:t>
            </a:r>
          </a:p>
        </p:txBody>
      </p:sp>
      <p:sp>
        <p:nvSpPr>
          <p:cNvPr id="23" name="TextBox 22">
            <a:hlinkClick r:id="rId4" action="ppaction://hlinksldjump"/>
            <a:extLst>
              <a:ext uri="{FF2B5EF4-FFF2-40B4-BE49-F238E27FC236}">
                <a16:creationId xmlns:a16="http://schemas.microsoft.com/office/drawing/2014/main" id="{47749949-5D4A-A442-FB25-196AB924BBCB}"/>
              </a:ext>
            </a:extLst>
          </p:cNvPr>
          <p:cNvSpPr txBox="1"/>
          <p:nvPr/>
        </p:nvSpPr>
        <p:spPr>
          <a:xfrm>
            <a:off x="-28800" y="4554000"/>
            <a:ext cx="452936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4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01</a:t>
            </a:r>
            <a:r>
              <a:rPr lang="en-IN" sz="1600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sz="1600" dirty="0">
                <a:solidFill>
                  <a:srgbClr val="A67C7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PROTEIN MATRIX</a:t>
            </a:r>
          </a:p>
        </p:txBody>
      </p:sp>
      <p:sp>
        <p:nvSpPr>
          <p:cNvPr id="26" name="TextBox 25">
            <a:hlinkClick r:id="rId5" action="ppaction://hlinksldjump"/>
            <a:extLst>
              <a:ext uri="{FF2B5EF4-FFF2-40B4-BE49-F238E27FC236}">
                <a16:creationId xmlns:a16="http://schemas.microsoft.com/office/drawing/2014/main" id="{424C5E9D-0F5F-34B4-7375-CA80A65448C8}"/>
              </a:ext>
            </a:extLst>
          </p:cNvPr>
          <p:cNvSpPr txBox="1"/>
          <p:nvPr/>
        </p:nvSpPr>
        <p:spPr>
          <a:xfrm>
            <a:off x="-28800" y="6588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B2C2B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03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839483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FATS AND ESSENTIAL FIBERS</a:t>
            </a:r>
          </a:p>
        </p:txBody>
      </p:sp>
      <p:sp>
        <p:nvSpPr>
          <p:cNvPr id="28" name="TextBox 27">
            <a:hlinkClick r:id="rId6" action="ppaction://hlinksldjump"/>
            <a:extLst>
              <a:ext uri="{FF2B5EF4-FFF2-40B4-BE49-F238E27FC236}">
                <a16:creationId xmlns:a16="http://schemas.microsoft.com/office/drawing/2014/main" id="{A8D8F233-DDFC-0F70-1B9D-DDB95ABCE087}"/>
              </a:ext>
            </a:extLst>
          </p:cNvPr>
          <p:cNvSpPr txBox="1"/>
          <p:nvPr/>
        </p:nvSpPr>
        <p:spPr>
          <a:xfrm>
            <a:off x="-28800" y="8622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B0C4DE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04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7E93AD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THE 3 MASTER RECIPES</a:t>
            </a:r>
          </a:p>
        </p:txBody>
      </p:sp>
      <p:pic>
        <p:nvPicPr>
          <p:cNvPr id="18" name="Graphic 17" descr="Chicken leg">
            <a:hlinkClick r:id="rId4" action="ppaction://hlinksldjump"/>
            <a:extLst>
              <a:ext uri="{FF2B5EF4-FFF2-40B4-BE49-F238E27FC236}">
                <a16:creationId xmlns:a16="http://schemas.microsoft.com/office/drawing/2014/main" id="{BE9B009D-13E5-064F-D850-DEB846C2A8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34000" y="3438000"/>
            <a:ext cx="432000" cy="432000"/>
          </a:xfrm>
          <a:prstGeom prst="rect">
            <a:avLst/>
          </a:prstGeom>
        </p:spPr>
      </p:pic>
      <p:pic>
        <p:nvPicPr>
          <p:cNvPr id="20" name="Graphic 19" descr="Corn">
            <a:hlinkClick r:id="rId11" action="ppaction://hlinksldjump"/>
            <a:extLst>
              <a:ext uri="{FF2B5EF4-FFF2-40B4-BE49-F238E27FC236}">
                <a16:creationId xmlns:a16="http://schemas.microsoft.com/office/drawing/2014/main" id="{4FD2DCBE-D028-263A-5C50-9750F3903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62000" y="615600"/>
            <a:ext cx="608400" cy="6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613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649AF-75FC-5B7C-3558-BBAEF104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A5010EBB-F653-D7C3-4374-02CDEF0630C9}"/>
              </a:ext>
            </a:extLst>
          </p:cNvPr>
          <p:cNvSpPr/>
          <p:nvPr/>
        </p:nvSpPr>
        <p:spPr>
          <a:xfrm>
            <a:off x="-188259" y="13447"/>
            <a:ext cx="4867835" cy="11887200"/>
          </a:xfrm>
          <a:prstGeom prst="rect">
            <a:avLst/>
          </a:prstGeom>
          <a:solidFill>
            <a:srgbClr val="4472C4">
              <a:alpha val="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Protein card">
            <a:hlinkClick r:id="rId3" action="ppaction://hlinksldjump"/>
            <a:extLst>
              <a:ext uri="{FF2B5EF4-FFF2-40B4-BE49-F238E27FC236}">
                <a16:creationId xmlns:a16="http://schemas.microsoft.com/office/drawing/2014/main" id="{BE925CE1-6B93-7325-B6F9-55AAE15EF80F}"/>
              </a:ext>
            </a:extLst>
          </p:cNvPr>
          <p:cNvSpPr/>
          <p:nvPr/>
        </p:nvSpPr>
        <p:spPr>
          <a:xfrm>
            <a:off x="-26894" y="1620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DC18B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Carbs card">
            <a:hlinkClick r:id="rId4" action="ppaction://hlinksldjump"/>
            <a:extLst>
              <a:ext uri="{FF2B5EF4-FFF2-40B4-BE49-F238E27FC236}">
                <a16:creationId xmlns:a16="http://schemas.microsoft.com/office/drawing/2014/main" id="{90C27F2C-AFDC-7B3F-997D-CD1F167CC1F0}"/>
              </a:ext>
            </a:extLst>
          </p:cNvPr>
          <p:cNvSpPr/>
          <p:nvPr/>
        </p:nvSpPr>
        <p:spPr>
          <a:xfrm>
            <a:off x="-28800" y="3654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4A5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ats and Fibers card">
            <a:hlinkClick r:id="rId5" action="ppaction://hlinksldjump"/>
            <a:extLst>
              <a:ext uri="{FF2B5EF4-FFF2-40B4-BE49-F238E27FC236}">
                <a16:creationId xmlns:a16="http://schemas.microsoft.com/office/drawing/2014/main" id="{06FE3EF8-6183-BEA8-7006-2BDD4F32EFB7}"/>
              </a:ext>
            </a:extLst>
          </p:cNvPr>
          <p:cNvSpPr/>
          <p:nvPr/>
        </p:nvSpPr>
        <p:spPr>
          <a:xfrm>
            <a:off x="-28800" y="5688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EAD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ipes card">
            <a:hlinkClick r:id="rId6" action="ppaction://hlinksldjump"/>
            <a:extLst>
              <a:ext uri="{FF2B5EF4-FFF2-40B4-BE49-F238E27FC236}">
                <a16:creationId xmlns:a16="http://schemas.microsoft.com/office/drawing/2014/main" id="{8CF26EE8-F2E1-B97F-66E2-044E95452FAE}"/>
              </a:ext>
            </a:extLst>
          </p:cNvPr>
          <p:cNvSpPr/>
          <p:nvPr/>
        </p:nvSpPr>
        <p:spPr>
          <a:xfrm>
            <a:off x="-28800" y="7722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0C4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Graphic 6" descr="Muscular arm">
            <a:hlinkClick r:id="rId3" action="ppaction://hlinksldjump"/>
            <a:extLst>
              <a:ext uri="{FF2B5EF4-FFF2-40B4-BE49-F238E27FC236}">
                <a16:creationId xmlns:a16="http://schemas.microsoft.com/office/drawing/2014/main" id="{3BBDE721-4CC3-54E5-FEB5-E35154C14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034000" y="1404000"/>
            <a:ext cx="432000" cy="432000"/>
          </a:xfrm>
          <a:prstGeom prst="rect">
            <a:avLst/>
          </a:prstGeom>
        </p:spPr>
      </p:pic>
      <p:pic>
        <p:nvPicPr>
          <p:cNvPr id="14" name="Graphic 13" descr="Chef">
            <a:hlinkClick r:id="rId6" action="ppaction://hlinksldjump"/>
            <a:extLst>
              <a:ext uri="{FF2B5EF4-FFF2-40B4-BE49-F238E27FC236}">
                <a16:creationId xmlns:a16="http://schemas.microsoft.com/office/drawing/2014/main" id="{9AA54B82-E13A-D887-7BFB-235DFFA15D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34000" y="7506000"/>
            <a:ext cx="432000" cy="432000"/>
          </a:xfrm>
          <a:prstGeom prst="rect">
            <a:avLst/>
          </a:prstGeom>
        </p:spPr>
      </p:pic>
      <p:sp>
        <p:nvSpPr>
          <p:cNvPr id="21" name="TextBox 20">
            <a:hlinkClick r:id="rId3" action="ppaction://hlinksldjump"/>
            <a:extLst>
              <a:ext uri="{FF2B5EF4-FFF2-40B4-BE49-F238E27FC236}">
                <a16:creationId xmlns:a16="http://schemas.microsoft.com/office/drawing/2014/main" id="{EF64C995-6B99-9EF8-8E50-F26E2D17477C}"/>
              </a:ext>
            </a:extLst>
          </p:cNvPr>
          <p:cNvSpPr txBox="1"/>
          <p:nvPr/>
        </p:nvSpPr>
        <p:spPr>
          <a:xfrm>
            <a:off x="-28800" y="2466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DDC18B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00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757575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TARGET CALORIE AND MACROS</a:t>
            </a:r>
          </a:p>
        </p:txBody>
      </p:sp>
      <p:sp>
        <p:nvSpPr>
          <p:cNvPr id="23" name="TextBox 22">
            <a:hlinkClick r:id="rId4" action="ppaction://hlinksldjump"/>
            <a:extLst>
              <a:ext uri="{FF2B5EF4-FFF2-40B4-BE49-F238E27FC236}">
                <a16:creationId xmlns:a16="http://schemas.microsoft.com/office/drawing/2014/main" id="{29968952-D457-7DE1-AC11-78DC43471DB7}"/>
              </a:ext>
            </a:extLst>
          </p:cNvPr>
          <p:cNvSpPr txBox="1"/>
          <p:nvPr/>
        </p:nvSpPr>
        <p:spPr>
          <a:xfrm>
            <a:off x="-28800" y="4554000"/>
            <a:ext cx="452936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4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01</a:t>
            </a:r>
            <a:r>
              <a:rPr lang="en-IN" sz="1600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sz="1600" dirty="0">
                <a:solidFill>
                  <a:srgbClr val="A67C7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PROTEIN MATRIX</a:t>
            </a:r>
          </a:p>
        </p:txBody>
      </p:sp>
      <p:sp>
        <p:nvSpPr>
          <p:cNvPr id="26" name="TextBox 25">
            <a:hlinkClick r:id="rId5" action="ppaction://hlinksldjump"/>
            <a:extLst>
              <a:ext uri="{FF2B5EF4-FFF2-40B4-BE49-F238E27FC236}">
                <a16:creationId xmlns:a16="http://schemas.microsoft.com/office/drawing/2014/main" id="{65C0150B-58D9-BE23-A568-AEC1AEE4F724}"/>
              </a:ext>
            </a:extLst>
          </p:cNvPr>
          <p:cNvSpPr txBox="1"/>
          <p:nvPr/>
        </p:nvSpPr>
        <p:spPr>
          <a:xfrm>
            <a:off x="-28800" y="6588000"/>
            <a:ext cx="452936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EADCC4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02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A3835F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CARBOHYDRATE BLUEPRINT</a:t>
            </a:r>
          </a:p>
          <a:p>
            <a:pPr algn="ctr"/>
            <a:endParaRPr lang="en-IN" dirty="0">
              <a:solidFill>
                <a:srgbClr val="839483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</p:txBody>
      </p:sp>
      <p:sp>
        <p:nvSpPr>
          <p:cNvPr id="28" name="TextBox 27">
            <a:hlinkClick r:id="rId6" action="ppaction://hlinksldjump"/>
            <a:extLst>
              <a:ext uri="{FF2B5EF4-FFF2-40B4-BE49-F238E27FC236}">
                <a16:creationId xmlns:a16="http://schemas.microsoft.com/office/drawing/2014/main" id="{D329E22C-39DF-BB05-D6E5-A633E417DB62}"/>
              </a:ext>
            </a:extLst>
          </p:cNvPr>
          <p:cNvSpPr txBox="1"/>
          <p:nvPr/>
        </p:nvSpPr>
        <p:spPr>
          <a:xfrm>
            <a:off x="-28800" y="8622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B0C4DE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04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7E93AD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THE 3 MASTER RECIPES</a:t>
            </a:r>
          </a:p>
        </p:txBody>
      </p:sp>
      <p:pic>
        <p:nvPicPr>
          <p:cNvPr id="18" name="Graphic 17" descr="Chicken leg">
            <a:hlinkClick r:id="rId4" action="ppaction://hlinksldjump"/>
            <a:extLst>
              <a:ext uri="{FF2B5EF4-FFF2-40B4-BE49-F238E27FC236}">
                <a16:creationId xmlns:a16="http://schemas.microsoft.com/office/drawing/2014/main" id="{CCAF1607-A078-109D-8DCD-33EAAD984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4000" y="3438000"/>
            <a:ext cx="432000" cy="432000"/>
          </a:xfrm>
          <a:prstGeom prst="rect">
            <a:avLst/>
          </a:prstGeom>
        </p:spPr>
      </p:pic>
      <p:pic>
        <p:nvPicPr>
          <p:cNvPr id="3" name="Graphic 2" descr="Corn">
            <a:hlinkClick r:id="rId5" action="ppaction://hlinksldjump"/>
            <a:extLst>
              <a:ext uri="{FF2B5EF4-FFF2-40B4-BE49-F238E27FC236}">
                <a16:creationId xmlns:a16="http://schemas.microsoft.com/office/drawing/2014/main" id="{9DEA9942-54E4-BE19-C88F-DFAF86BC72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34000" y="5486400"/>
            <a:ext cx="432000" cy="432000"/>
          </a:xfrm>
          <a:prstGeom prst="rect">
            <a:avLst/>
          </a:prstGeom>
        </p:spPr>
      </p:pic>
      <p:pic>
        <p:nvPicPr>
          <p:cNvPr id="6" name="Graphic 5" descr="Avocado">
            <a:hlinkClick r:id="rId11" action="ppaction://hlinksldjump"/>
            <a:extLst>
              <a:ext uri="{FF2B5EF4-FFF2-40B4-BE49-F238E27FC236}">
                <a16:creationId xmlns:a16="http://schemas.microsoft.com/office/drawing/2014/main" id="{B507C4BF-8D6C-6333-0387-213764D3D5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62000" y="615600"/>
            <a:ext cx="608400" cy="6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49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231E1-20E0-43F4-3AD7-2076B0CE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56B9FE5D-8AD1-554B-B41C-1BC590C5366F}"/>
              </a:ext>
            </a:extLst>
          </p:cNvPr>
          <p:cNvSpPr/>
          <p:nvPr/>
        </p:nvSpPr>
        <p:spPr>
          <a:xfrm>
            <a:off x="-188259" y="0"/>
            <a:ext cx="4867835" cy="11887200"/>
          </a:xfrm>
          <a:prstGeom prst="rect">
            <a:avLst/>
          </a:prstGeom>
          <a:solidFill>
            <a:srgbClr val="4472C4">
              <a:alpha val="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Protein card">
            <a:hlinkClick r:id="rId3" action="ppaction://hlinksldjump"/>
            <a:extLst>
              <a:ext uri="{FF2B5EF4-FFF2-40B4-BE49-F238E27FC236}">
                <a16:creationId xmlns:a16="http://schemas.microsoft.com/office/drawing/2014/main" id="{C11A83E0-3A97-5B8B-8799-6188C715D5A0}"/>
              </a:ext>
            </a:extLst>
          </p:cNvPr>
          <p:cNvSpPr/>
          <p:nvPr/>
        </p:nvSpPr>
        <p:spPr>
          <a:xfrm>
            <a:off x="-26894" y="1620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DC18B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Carbs card">
            <a:hlinkClick r:id="rId4" action="ppaction://hlinksldjump"/>
            <a:extLst>
              <a:ext uri="{FF2B5EF4-FFF2-40B4-BE49-F238E27FC236}">
                <a16:creationId xmlns:a16="http://schemas.microsoft.com/office/drawing/2014/main" id="{9B1CAEDC-65E9-29D6-726D-F9D0CEF87665}"/>
              </a:ext>
            </a:extLst>
          </p:cNvPr>
          <p:cNvSpPr/>
          <p:nvPr/>
        </p:nvSpPr>
        <p:spPr>
          <a:xfrm>
            <a:off x="-28800" y="3654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4A5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ats and Fibers card">
            <a:hlinkClick r:id="rId5" action="ppaction://hlinksldjump"/>
            <a:extLst>
              <a:ext uri="{FF2B5EF4-FFF2-40B4-BE49-F238E27FC236}">
                <a16:creationId xmlns:a16="http://schemas.microsoft.com/office/drawing/2014/main" id="{4BEF583A-D58B-C2B3-02D0-8DEAE496FB4C}"/>
              </a:ext>
            </a:extLst>
          </p:cNvPr>
          <p:cNvSpPr/>
          <p:nvPr/>
        </p:nvSpPr>
        <p:spPr>
          <a:xfrm>
            <a:off x="-28800" y="5688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EAD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ipes card">
            <a:hlinkClick r:id="rId6" action="ppaction://hlinksldjump"/>
            <a:extLst>
              <a:ext uri="{FF2B5EF4-FFF2-40B4-BE49-F238E27FC236}">
                <a16:creationId xmlns:a16="http://schemas.microsoft.com/office/drawing/2014/main" id="{B0F975AF-B05C-D70F-57BB-D2602D3A6402}"/>
              </a:ext>
            </a:extLst>
          </p:cNvPr>
          <p:cNvSpPr/>
          <p:nvPr/>
        </p:nvSpPr>
        <p:spPr>
          <a:xfrm>
            <a:off x="-28800" y="7722000"/>
            <a:ext cx="4536000" cy="2664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2C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Graphic 6" descr="Muscular arm">
            <a:hlinkClick r:id="rId3" action="ppaction://hlinksldjump"/>
            <a:extLst>
              <a:ext uri="{FF2B5EF4-FFF2-40B4-BE49-F238E27FC236}">
                <a16:creationId xmlns:a16="http://schemas.microsoft.com/office/drawing/2014/main" id="{6EFA77E1-D405-30F7-C37E-9B67695CF6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034000" y="1404000"/>
            <a:ext cx="432000" cy="432000"/>
          </a:xfrm>
          <a:prstGeom prst="rect">
            <a:avLst/>
          </a:prstGeom>
        </p:spPr>
      </p:pic>
      <p:sp>
        <p:nvSpPr>
          <p:cNvPr id="21" name="TextBox 20">
            <a:hlinkClick r:id="rId3" action="ppaction://hlinksldjump"/>
            <a:extLst>
              <a:ext uri="{FF2B5EF4-FFF2-40B4-BE49-F238E27FC236}">
                <a16:creationId xmlns:a16="http://schemas.microsoft.com/office/drawing/2014/main" id="{29A8585C-C78E-F5D0-6283-94E984166ED6}"/>
              </a:ext>
            </a:extLst>
          </p:cNvPr>
          <p:cNvSpPr txBox="1"/>
          <p:nvPr/>
        </p:nvSpPr>
        <p:spPr>
          <a:xfrm>
            <a:off x="-28800" y="2466000"/>
            <a:ext cx="45293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DDC18B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00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757575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TARGET CALORIE AND MACROS</a:t>
            </a:r>
          </a:p>
        </p:txBody>
      </p:sp>
      <p:sp>
        <p:nvSpPr>
          <p:cNvPr id="23" name="TextBox 22">
            <a:hlinkClick r:id="rId4" action="ppaction://hlinksldjump"/>
            <a:extLst>
              <a:ext uri="{FF2B5EF4-FFF2-40B4-BE49-F238E27FC236}">
                <a16:creationId xmlns:a16="http://schemas.microsoft.com/office/drawing/2014/main" id="{3360007E-B268-D6EE-DC7F-17E069B695D6}"/>
              </a:ext>
            </a:extLst>
          </p:cNvPr>
          <p:cNvSpPr txBox="1"/>
          <p:nvPr/>
        </p:nvSpPr>
        <p:spPr>
          <a:xfrm>
            <a:off x="-28800" y="4554000"/>
            <a:ext cx="452936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4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01</a:t>
            </a:r>
            <a:r>
              <a:rPr lang="en-IN" sz="1600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sz="1600" dirty="0">
                <a:solidFill>
                  <a:srgbClr val="A67C7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PROTEIN MATRIX</a:t>
            </a:r>
          </a:p>
        </p:txBody>
      </p:sp>
      <p:sp>
        <p:nvSpPr>
          <p:cNvPr id="26" name="TextBox 25">
            <a:hlinkClick r:id="rId5" action="ppaction://hlinksldjump"/>
            <a:extLst>
              <a:ext uri="{FF2B5EF4-FFF2-40B4-BE49-F238E27FC236}">
                <a16:creationId xmlns:a16="http://schemas.microsoft.com/office/drawing/2014/main" id="{EFADB638-D7DD-3EA1-5630-BD07CCB71089}"/>
              </a:ext>
            </a:extLst>
          </p:cNvPr>
          <p:cNvSpPr txBox="1"/>
          <p:nvPr/>
        </p:nvSpPr>
        <p:spPr>
          <a:xfrm>
            <a:off x="-28800" y="6588000"/>
            <a:ext cx="452936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EADCC4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02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A3835F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CARBOHYDRATE BLUEPRINT</a:t>
            </a:r>
          </a:p>
          <a:p>
            <a:pPr algn="ctr"/>
            <a:endParaRPr lang="en-IN" dirty="0">
              <a:solidFill>
                <a:srgbClr val="839483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</p:txBody>
      </p:sp>
      <p:sp>
        <p:nvSpPr>
          <p:cNvPr id="28" name="TextBox 27">
            <a:hlinkClick r:id="rId6" action="ppaction://hlinksldjump"/>
            <a:extLst>
              <a:ext uri="{FF2B5EF4-FFF2-40B4-BE49-F238E27FC236}">
                <a16:creationId xmlns:a16="http://schemas.microsoft.com/office/drawing/2014/main" id="{626A44C8-4C56-A6DE-FA6E-D1B5C882294E}"/>
              </a:ext>
            </a:extLst>
          </p:cNvPr>
          <p:cNvSpPr txBox="1"/>
          <p:nvPr/>
        </p:nvSpPr>
        <p:spPr>
          <a:xfrm>
            <a:off x="-28800" y="8622000"/>
            <a:ext cx="452936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600" dirty="0">
                <a:solidFill>
                  <a:srgbClr val="B2C2B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03</a:t>
            </a:r>
            <a:r>
              <a:rPr lang="en-IN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dirty="0">
                <a:solidFill>
                  <a:srgbClr val="839483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FATS AND ESSENTIAL FIBERS</a:t>
            </a:r>
          </a:p>
          <a:p>
            <a:pPr algn="ctr"/>
            <a:endParaRPr lang="en-IN" dirty="0">
              <a:solidFill>
                <a:srgbClr val="7E93AD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</p:txBody>
      </p:sp>
      <p:pic>
        <p:nvPicPr>
          <p:cNvPr id="18" name="Graphic 17" descr="Chicken leg">
            <a:hlinkClick r:id="rId4" action="ppaction://hlinksldjump"/>
            <a:extLst>
              <a:ext uri="{FF2B5EF4-FFF2-40B4-BE49-F238E27FC236}">
                <a16:creationId xmlns:a16="http://schemas.microsoft.com/office/drawing/2014/main" id="{C2802E50-956B-4FB7-F981-44445BCFAC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34000" y="3438000"/>
            <a:ext cx="432000" cy="432000"/>
          </a:xfrm>
          <a:prstGeom prst="rect">
            <a:avLst/>
          </a:prstGeom>
        </p:spPr>
      </p:pic>
      <p:pic>
        <p:nvPicPr>
          <p:cNvPr id="3" name="Graphic 2" descr="Corn">
            <a:hlinkClick r:id="rId5" action="ppaction://hlinksldjump"/>
            <a:extLst>
              <a:ext uri="{FF2B5EF4-FFF2-40B4-BE49-F238E27FC236}">
                <a16:creationId xmlns:a16="http://schemas.microsoft.com/office/drawing/2014/main" id="{157029A1-1126-C497-DED8-080125214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4000" y="5486400"/>
            <a:ext cx="432000" cy="432000"/>
          </a:xfrm>
          <a:prstGeom prst="rect">
            <a:avLst/>
          </a:prstGeom>
        </p:spPr>
      </p:pic>
      <p:pic>
        <p:nvPicPr>
          <p:cNvPr id="4" name="Graphic 3" descr="Avocado">
            <a:hlinkClick r:id="rId6" action="ppaction://hlinksldjump"/>
            <a:extLst>
              <a:ext uri="{FF2B5EF4-FFF2-40B4-BE49-F238E27FC236}">
                <a16:creationId xmlns:a16="http://schemas.microsoft.com/office/drawing/2014/main" id="{62869E24-8E50-6A67-A82B-AF1C00460F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34000" y="7506000"/>
            <a:ext cx="432000" cy="432000"/>
          </a:xfrm>
          <a:prstGeom prst="rect">
            <a:avLst/>
          </a:prstGeom>
        </p:spPr>
      </p:pic>
      <p:pic>
        <p:nvPicPr>
          <p:cNvPr id="8" name="Graphic 7" descr="Chef">
            <a:hlinkClick r:id="rId11" action="ppaction://hlinksldjump"/>
            <a:extLst>
              <a:ext uri="{FF2B5EF4-FFF2-40B4-BE49-F238E27FC236}">
                <a16:creationId xmlns:a16="http://schemas.microsoft.com/office/drawing/2014/main" id="{A2E52E34-C58F-028C-E4FF-844BD3357F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62000" y="615600"/>
            <a:ext cx="608400" cy="6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71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66478-93AE-E55D-CD7C-5506624AF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CD0B33-AD89-04C8-74F7-52D038D19905}"/>
              </a:ext>
            </a:extLst>
          </p:cNvPr>
          <p:cNvSpPr/>
          <p:nvPr/>
        </p:nvSpPr>
        <p:spPr>
          <a:xfrm>
            <a:off x="180000" y="2847916"/>
            <a:ext cx="4140000" cy="2947765"/>
          </a:xfrm>
          <a:prstGeom prst="roundRect">
            <a:avLst/>
          </a:prstGeom>
          <a:solidFill>
            <a:srgbClr val="1E1E1E"/>
          </a:solidFill>
          <a:ln w="9525">
            <a:noFill/>
          </a:ln>
          <a:effectLst>
            <a:outerShdw blurRad="254000" algn="ctr" rotWithShape="0">
              <a:srgbClr val="D4A59A">
                <a:alpha val="84706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IN" sz="12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DAILY PROTEIN TARGET: </a:t>
            </a:r>
            <a:r>
              <a:rPr lang="en-IN" sz="14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125G</a:t>
            </a:r>
            <a:r>
              <a:rPr lang="en-IN" sz="12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</a:p>
          <a:p>
            <a:pPr algn="ctr"/>
            <a:endParaRPr lang="en-IN" sz="1200" dirty="0">
              <a:solidFill>
                <a:srgbClr val="D4A59A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endParaRPr lang="en-IN" sz="1600" dirty="0"/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• CHICKEN BREAST &amp; THIGH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(300G RAW)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➔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72G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PROTEIN 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330 TOTAL KCAL </a:t>
            </a:r>
          </a:p>
          <a:p>
            <a:pPr algn="ctr"/>
            <a:endParaRPr lang="en-IN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• WHOLE EGGS SELECTION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(4 MEDIUM)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➔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24G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PROTEIN 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280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TOTAL KCAL </a:t>
            </a:r>
          </a:p>
          <a:p>
            <a:pPr algn="ctr"/>
            <a:endParaRPr lang="en-IN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➕ OTHER SOURCES (DAHI/RICE/SEEDS) ➔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29G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INTEGRATED UTILITY PROTEIN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D0E2CC-210C-D7B5-88CB-A608DEAAE53A}"/>
              </a:ext>
            </a:extLst>
          </p:cNvPr>
          <p:cNvSpPr txBox="1"/>
          <p:nvPr/>
        </p:nvSpPr>
        <p:spPr>
          <a:xfrm>
            <a:off x="0" y="1792863"/>
            <a:ext cx="4500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01</a:t>
            </a:r>
            <a:r>
              <a:rPr lang="en-IN" sz="2000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sz="2000" dirty="0">
                <a:solidFill>
                  <a:srgbClr val="A67C7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PROTEIN MATRIX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E57B86-E209-1456-A830-860630DF2F67}"/>
              </a:ext>
            </a:extLst>
          </p:cNvPr>
          <p:cNvSpPr/>
          <p:nvPr/>
        </p:nvSpPr>
        <p:spPr>
          <a:xfrm>
            <a:off x="169200" y="6448446"/>
            <a:ext cx="4140000" cy="1350319"/>
          </a:xfrm>
          <a:prstGeom prst="roundRect">
            <a:avLst/>
          </a:prstGeom>
          <a:solidFill>
            <a:srgbClr val="1E1E1E"/>
          </a:solidFill>
          <a:ln w="9525">
            <a:noFill/>
          </a:ln>
          <a:effectLst>
            <a:outerShdw blurRad="254000" algn="ctr" rotWithShape="0">
              <a:srgbClr val="D4A59A">
                <a:alpha val="84706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IN" sz="1200" dirty="0">
              <a:solidFill>
                <a:srgbClr val="D4A59A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r>
              <a:rPr lang="en-IN" sz="12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🌱 SWAPS</a:t>
            </a:r>
          </a:p>
          <a:p>
            <a:pPr algn="ctr"/>
            <a:endParaRPr lang="en-IN" sz="1200" dirty="0"/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TOFU</a:t>
            </a:r>
            <a:r>
              <a:rPr lang="en-IN" sz="1200" dirty="0"/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400G</a:t>
            </a:r>
            <a:r>
              <a:rPr lang="en-IN" sz="1200" dirty="0"/>
              <a:t>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 PANEER</a:t>
            </a:r>
            <a:r>
              <a:rPr lang="en-IN" sz="1200" dirty="0"/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250G</a:t>
            </a:r>
            <a:r>
              <a:rPr lang="en-IN" sz="1200" dirty="0"/>
              <a:t>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 SOYA</a:t>
            </a:r>
            <a:r>
              <a:rPr lang="en-IN" sz="1200" dirty="0"/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110G</a:t>
            </a:r>
            <a:r>
              <a:rPr lang="en-IN" sz="12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</a:p>
          <a:p>
            <a:pPr algn="ctr"/>
            <a:endParaRPr lang="en-IN" sz="1200" dirty="0">
              <a:solidFill>
                <a:srgbClr val="D4A59A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endParaRPr lang="en-IN" sz="1600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361481E0-0167-C257-82D9-7C6687711D84}"/>
              </a:ext>
            </a:extLst>
          </p:cNvPr>
          <p:cNvSpPr/>
          <p:nvPr/>
        </p:nvSpPr>
        <p:spPr>
          <a:xfrm>
            <a:off x="-188259" y="0"/>
            <a:ext cx="4867835" cy="11887200"/>
          </a:xfrm>
          <a:prstGeom prst="rect">
            <a:avLst/>
          </a:prstGeom>
          <a:solidFill>
            <a:srgbClr val="4472C4">
              <a:alpha val="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 descr="Chicken leg">
            <a:hlinkClick r:id="rId3" action="ppaction://hlinksldjump"/>
            <a:extLst>
              <a:ext uri="{FF2B5EF4-FFF2-40B4-BE49-F238E27FC236}">
                <a16:creationId xmlns:a16="http://schemas.microsoft.com/office/drawing/2014/main" id="{7A35F6EA-8699-60BD-5A32-B10C1B0B6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62000" y="817200"/>
            <a:ext cx="608013" cy="60801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</p:pic>
      <p:sp>
        <p:nvSpPr>
          <p:cNvPr id="11" name="Protein card">
            <a:hlinkClick r:id="rId3" action="ppaction://hlinksldjump"/>
            <a:extLst>
              <a:ext uri="{FF2B5EF4-FFF2-40B4-BE49-F238E27FC236}">
                <a16:creationId xmlns:a16="http://schemas.microsoft.com/office/drawing/2014/main" id="{4E86AE41-ACDF-CA73-0EC2-A06519FE5334}"/>
              </a:ext>
            </a:extLst>
          </p:cNvPr>
          <p:cNvSpPr/>
          <p:nvPr/>
        </p:nvSpPr>
        <p:spPr>
          <a:xfrm>
            <a:off x="-26894" y="831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DC18B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Carbs card">
            <a:hlinkClick r:id="rId3" action="ppaction://hlinksldjump"/>
            <a:extLst>
              <a:ext uri="{FF2B5EF4-FFF2-40B4-BE49-F238E27FC236}">
                <a16:creationId xmlns:a16="http://schemas.microsoft.com/office/drawing/2014/main" id="{9E9B2248-4327-B212-B6DB-702027EE6E88}"/>
              </a:ext>
            </a:extLst>
          </p:cNvPr>
          <p:cNvSpPr/>
          <p:nvPr/>
        </p:nvSpPr>
        <p:spPr>
          <a:xfrm>
            <a:off x="-28800" y="867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EAD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ats and Fibers card">
            <a:hlinkClick r:id="rId3" action="ppaction://hlinksldjump"/>
            <a:extLst>
              <a:ext uri="{FF2B5EF4-FFF2-40B4-BE49-F238E27FC236}">
                <a16:creationId xmlns:a16="http://schemas.microsoft.com/office/drawing/2014/main" id="{9F827BFE-0C5E-389C-02B2-6AEADDE8C594}"/>
              </a:ext>
            </a:extLst>
          </p:cNvPr>
          <p:cNvSpPr/>
          <p:nvPr/>
        </p:nvSpPr>
        <p:spPr>
          <a:xfrm>
            <a:off x="-28800" y="903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2C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ipes card">
            <a:hlinkClick r:id="rId3" action="ppaction://hlinksldjump"/>
            <a:extLst>
              <a:ext uri="{FF2B5EF4-FFF2-40B4-BE49-F238E27FC236}">
                <a16:creationId xmlns:a16="http://schemas.microsoft.com/office/drawing/2014/main" id="{E21A3B9A-DC0D-7FC0-7DF7-C0B4F3FBD8E4}"/>
              </a:ext>
            </a:extLst>
          </p:cNvPr>
          <p:cNvSpPr/>
          <p:nvPr/>
        </p:nvSpPr>
        <p:spPr>
          <a:xfrm>
            <a:off x="-28800" y="939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0C4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5" name="Graphic 24" descr="Corn">
            <a:hlinkClick r:id="rId3" action="ppaction://hlinksldjump"/>
            <a:extLst>
              <a:ext uri="{FF2B5EF4-FFF2-40B4-BE49-F238E27FC236}">
                <a16:creationId xmlns:a16="http://schemas.microsoft.com/office/drawing/2014/main" id="{82F70A7E-1252-BCCA-3A80-67B9B94B07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0000" y="8766000"/>
            <a:ext cx="180000" cy="180000"/>
          </a:xfrm>
          <a:prstGeom prst="rect">
            <a:avLst/>
          </a:prstGeom>
        </p:spPr>
      </p:pic>
      <p:pic>
        <p:nvPicPr>
          <p:cNvPr id="29" name="Graphic 28" descr="Avocado">
            <a:hlinkClick r:id="rId3" action="ppaction://hlinksldjump"/>
            <a:extLst>
              <a:ext uri="{FF2B5EF4-FFF2-40B4-BE49-F238E27FC236}">
                <a16:creationId xmlns:a16="http://schemas.microsoft.com/office/drawing/2014/main" id="{0108938F-F67E-A66C-E037-2544C1866B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0000" y="9126000"/>
            <a:ext cx="180000" cy="180000"/>
          </a:xfrm>
          <a:prstGeom prst="rect">
            <a:avLst/>
          </a:prstGeom>
        </p:spPr>
      </p:pic>
      <p:pic>
        <p:nvPicPr>
          <p:cNvPr id="31" name="Graphic 30" descr="Chef">
            <a:hlinkClick r:id="rId3" action="ppaction://hlinksldjump"/>
            <a:extLst>
              <a:ext uri="{FF2B5EF4-FFF2-40B4-BE49-F238E27FC236}">
                <a16:creationId xmlns:a16="http://schemas.microsoft.com/office/drawing/2014/main" id="{F7106472-96AB-C137-065C-472DC09515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0000" y="9486000"/>
            <a:ext cx="180000" cy="180000"/>
          </a:xfrm>
          <a:prstGeom prst="rect">
            <a:avLst/>
          </a:prstGeom>
        </p:spPr>
      </p:pic>
      <p:pic>
        <p:nvPicPr>
          <p:cNvPr id="6" name="Graphic 5" descr="Muscular arm">
            <a:hlinkClick r:id="rId3" action="ppaction://hlinksldjump"/>
            <a:extLst>
              <a:ext uri="{FF2B5EF4-FFF2-40B4-BE49-F238E27FC236}">
                <a16:creationId xmlns:a16="http://schemas.microsoft.com/office/drawing/2014/main" id="{6914DDD4-9631-AFE5-B1CB-2BFCDB0BD9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2160000" y="840600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75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43CCE-0AFE-C5DB-B519-13203E2B7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7ED0E809-0C2A-AEDD-9981-4562ED2630EB}"/>
              </a:ext>
            </a:extLst>
          </p:cNvPr>
          <p:cNvSpPr txBox="1"/>
          <p:nvPr/>
        </p:nvSpPr>
        <p:spPr>
          <a:xfrm>
            <a:off x="0" y="1792800"/>
            <a:ext cx="4500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EADCC4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02</a:t>
            </a:r>
            <a:r>
              <a:rPr lang="en-IN" sz="2000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sz="2000" dirty="0">
                <a:solidFill>
                  <a:srgbClr val="A3835F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CARBOHYDRATE BLUEPRINT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FE8436-0B36-1D9A-9770-1E801593C05E}"/>
              </a:ext>
            </a:extLst>
          </p:cNvPr>
          <p:cNvSpPr/>
          <p:nvPr/>
        </p:nvSpPr>
        <p:spPr>
          <a:xfrm>
            <a:off x="180000" y="2847916"/>
            <a:ext cx="4140000" cy="2947765"/>
          </a:xfrm>
          <a:prstGeom prst="roundRect">
            <a:avLst/>
          </a:prstGeom>
          <a:solidFill>
            <a:srgbClr val="1E1E1E"/>
          </a:solidFill>
          <a:ln w="9525">
            <a:noFill/>
          </a:ln>
          <a:effectLst>
            <a:outerShdw blurRad="254000" algn="ctr" rotWithShape="0">
              <a:srgbClr val="EADCC4">
                <a:alpha val="84706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IN" sz="1200" dirty="0">
                <a:solidFill>
                  <a:srgbClr val="EADCC4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DAILY CARB TARGET: </a:t>
            </a:r>
            <a:r>
              <a:rPr lang="en-IN" sz="1400" dirty="0">
                <a:solidFill>
                  <a:srgbClr val="EADCC4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120G</a:t>
            </a:r>
            <a:r>
              <a:rPr lang="en-IN" sz="1200" dirty="0">
                <a:solidFill>
                  <a:srgbClr val="EADCC4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</a:p>
          <a:p>
            <a:pPr algn="ctr"/>
            <a:endParaRPr lang="en-IN" sz="1200" dirty="0">
              <a:solidFill>
                <a:srgbClr val="D4A59A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endParaRPr lang="en-IN" sz="1600" dirty="0"/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• WHITE RICE / BROWN RICE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(100G RAW)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➔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78G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CARBS 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360 TOTAL KCAL </a:t>
            </a:r>
          </a:p>
          <a:p>
            <a:pPr algn="ctr"/>
            <a:endParaRPr lang="en-IN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• HIGH PROTEIN DAHI BASELINE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(180G)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➔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10G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CARBS 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122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TOTAL KCAL </a:t>
            </a:r>
          </a:p>
          <a:p>
            <a:pPr algn="ctr"/>
            <a:endParaRPr lang="en-IN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➕ KHAI </a:t>
            </a:r>
            <a:r>
              <a:rPr lang="en-IN" sz="1400" dirty="0" err="1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KHAI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BUFFER (FRESH FRUIT)  ➔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32G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INTEGRATED UTILITY CARBS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0B7A17-5E4A-DAC7-BA3D-576D4F25001B}"/>
              </a:ext>
            </a:extLst>
          </p:cNvPr>
          <p:cNvSpPr/>
          <p:nvPr/>
        </p:nvSpPr>
        <p:spPr>
          <a:xfrm>
            <a:off x="169200" y="6448446"/>
            <a:ext cx="4140000" cy="1350319"/>
          </a:xfrm>
          <a:prstGeom prst="roundRect">
            <a:avLst/>
          </a:prstGeom>
          <a:solidFill>
            <a:srgbClr val="1E1E1E"/>
          </a:solidFill>
          <a:ln w="9525">
            <a:noFill/>
          </a:ln>
          <a:effectLst>
            <a:outerShdw blurRad="254000" algn="ctr" rotWithShape="0">
              <a:srgbClr val="EADCC4">
                <a:alpha val="84706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IN" sz="1200" dirty="0">
              <a:solidFill>
                <a:srgbClr val="D4A59A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r>
              <a:rPr lang="en-IN" sz="1200" dirty="0"/>
              <a:t>🌾</a:t>
            </a:r>
            <a:r>
              <a:rPr lang="en-IN" sz="12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sz="1200" dirty="0">
                <a:solidFill>
                  <a:srgbClr val="EADCC4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SWAPS</a:t>
            </a:r>
          </a:p>
          <a:p>
            <a:pPr algn="ctr"/>
            <a:endParaRPr lang="en-IN" sz="1200" dirty="0"/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ROTI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3</a:t>
            </a:r>
            <a:r>
              <a:rPr lang="en-IN" sz="1200" dirty="0"/>
              <a:t>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 ROLLED OATS </a:t>
            </a:r>
            <a:r>
              <a:rPr lang="en-IN" sz="1200" dirty="0"/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45G</a:t>
            </a:r>
            <a:r>
              <a:rPr lang="en-IN" sz="1200" dirty="0"/>
              <a:t>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 POTATO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110G</a:t>
            </a:r>
            <a:r>
              <a:rPr lang="en-IN" sz="12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</a:p>
          <a:p>
            <a:pPr algn="ctr"/>
            <a:endParaRPr lang="en-IN" sz="1200" dirty="0">
              <a:solidFill>
                <a:srgbClr val="D4A59A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endParaRPr lang="en-IN" sz="1600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D07717BF-E8B1-3BEF-4855-96146E8C1A98}"/>
              </a:ext>
            </a:extLst>
          </p:cNvPr>
          <p:cNvSpPr/>
          <p:nvPr/>
        </p:nvSpPr>
        <p:spPr>
          <a:xfrm>
            <a:off x="-188259" y="0"/>
            <a:ext cx="4867835" cy="11887200"/>
          </a:xfrm>
          <a:prstGeom prst="rect">
            <a:avLst/>
          </a:prstGeom>
          <a:solidFill>
            <a:srgbClr val="4472C4">
              <a:alpha val="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Graphic 3" descr="Corn">
            <a:hlinkClick r:id="rId3" action="ppaction://hlinksldjump"/>
            <a:extLst>
              <a:ext uri="{FF2B5EF4-FFF2-40B4-BE49-F238E27FC236}">
                <a16:creationId xmlns:a16="http://schemas.microsoft.com/office/drawing/2014/main" id="{4054B304-110D-2A67-009B-AB5C7FA223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2000" y="817200"/>
            <a:ext cx="608400" cy="608400"/>
          </a:xfrm>
          <a:prstGeom prst="rect">
            <a:avLst/>
          </a:prstGeom>
        </p:spPr>
      </p:pic>
      <p:sp>
        <p:nvSpPr>
          <p:cNvPr id="11" name="Protein card">
            <a:hlinkClick r:id="rId3" action="ppaction://hlinksldjump"/>
            <a:extLst>
              <a:ext uri="{FF2B5EF4-FFF2-40B4-BE49-F238E27FC236}">
                <a16:creationId xmlns:a16="http://schemas.microsoft.com/office/drawing/2014/main" id="{9A6F0818-F62A-5D53-8521-3CEA457764D3}"/>
              </a:ext>
            </a:extLst>
          </p:cNvPr>
          <p:cNvSpPr/>
          <p:nvPr/>
        </p:nvSpPr>
        <p:spPr>
          <a:xfrm>
            <a:off x="-26894" y="831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DC18B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Carbs card">
            <a:hlinkClick r:id="rId3" action="ppaction://hlinksldjump"/>
            <a:extLst>
              <a:ext uri="{FF2B5EF4-FFF2-40B4-BE49-F238E27FC236}">
                <a16:creationId xmlns:a16="http://schemas.microsoft.com/office/drawing/2014/main" id="{62ECDBCB-0891-1C6E-1B46-F202A08FC615}"/>
              </a:ext>
            </a:extLst>
          </p:cNvPr>
          <p:cNvSpPr/>
          <p:nvPr/>
        </p:nvSpPr>
        <p:spPr>
          <a:xfrm>
            <a:off x="-28800" y="867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4A5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ats and Fibers card">
            <a:hlinkClick r:id="rId3" action="ppaction://hlinksldjump"/>
            <a:extLst>
              <a:ext uri="{FF2B5EF4-FFF2-40B4-BE49-F238E27FC236}">
                <a16:creationId xmlns:a16="http://schemas.microsoft.com/office/drawing/2014/main" id="{35FEC913-ABD0-2215-D62F-3915B2A869E1}"/>
              </a:ext>
            </a:extLst>
          </p:cNvPr>
          <p:cNvSpPr/>
          <p:nvPr/>
        </p:nvSpPr>
        <p:spPr>
          <a:xfrm>
            <a:off x="-28800" y="903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2C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ipes card">
            <a:hlinkClick r:id="rId3" action="ppaction://hlinksldjump"/>
            <a:extLst>
              <a:ext uri="{FF2B5EF4-FFF2-40B4-BE49-F238E27FC236}">
                <a16:creationId xmlns:a16="http://schemas.microsoft.com/office/drawing/2014/main" id="{23F8564A-04E2-2FDD-520D-8CF40E6B38DA}"/>
              </a:ext>
            </a:extLst>
          </p:cNvPr>
          <p:cNvSpPr/>
          <p:nvPr/>
        </p:nvSpPr>
        <p:spPr>
          <a:xfrm>
            <a:off x="-28800" y="939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0C4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9" name="Graphic 28" descr="Avocado">
            <a:hlinkClick r:id="rId3" action="ppaction://hlinksldjump"/>
            <a:extLst>
              <a:ext uri="{FF2B5EF4-FFF2-40B4-BE49-F238E27FC236}">
                <a16:creationId xmlns:a16="http://schemas.microsoft.com/office/drawing/2014/main" id="{07429A24-07EE-FADA-5358-4A02B6A13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0000" y="9126000"/>
            <a:ext cx="180000" cy="180000"/>
          </a:xfrm>
          <a:prstGeom prst="rect">
            <a:avLst/>
          </a:prstGeom>
        </p:spPr>
      </p:pic>
      <p:pic>
        <p:nvPicPr>
          <p:cNvPr id="31" name="Graphic 30" descr="Chef">
            <a:hlinkClick r:id="rId3" action="ppaction://hlinksldjump"/>
            <a:extLst>
              <a:ext uri="{FF2B5EF4-FFF2-40B4-BE49-F238E27FC236}">
                <a16:creationId xmlns:a16="http://schemas.microsoft.com/office/drawing/2014/main" id="{459BDB16-500B-88DB-907E-031301804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0000" y="9486000"/>
            <a:ext cx="180000" cy="180000"/>
          </a:xfrm>
          <a:prstGeom prst="rect">
            <a:avLst/>
          </a:prstGeom>
        </p:spPr>
      </p:pic>
      <p:pic>
        <p:nvPicPr>
          <p:cNvPr id="6" name="Graphic 5" descr="Muscular arm">
            <a:hlinkClick r:id="rId3" action="ppaction://hlinksldjump"/>
            <a:extLst>
              <a:ext uri="{FF2B5EF4-FFF2-40B4-BE49-F238E27FC236}">
                <a16:creationId xmlns:a16="http://schemas.microsoft.com/office/drawing/2014/main" id="{EF211B03-7F62-0C07-DC18-AF1B3E1FD8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160000" y="8406000"/>
            <a:ext cx="180000" cy="180000"/>
          </a:xfrm>
          <a:prstGeom prst="rect">
            <a:avLst/>
          </a:prstGeom>
        </p:spPr>
      </p:pic>
      <p:pic>
        <p:nvPicPr>
          <p:cNvPr id="20" name="Graphic 19" descr="Chicken leg">
            <a:hlinkClick r:id="rId3" action="ppaction://hlinksldjump"/>
            <a:extLst>
              <a:ext uri="{FF2B5EF4-FFF2-40B4-BE49-F238E27FC236}">
                <a16:creationId xmlns:a16="http://schemas.microsoft.com/office/drawing/2014/main" id="{75C08D04-0E79-67FC-A49C-8A33FEAEB8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60000" y="876600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58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85C17-E35D-58E8-DF1C-F06BBAD6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CD767F0C-F2D7-E30B-4CD9-F465FCAE7D4D}"/>
              </a:ext>
            </a:extLst>
          </p:cNvPr>
          <p:cNvSpPr txBox="1"/>
          <p:nvPr/>
        </p:nvSpPr>
        <p:spPr>
          <a:xfrm>
            <a:off x="0" y="1792800"/>
            <a:ext cx="4500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B2C2B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03</a:t>
            </a:r>
            <a:r>
              <a:rPr lang="en-IN" sz="2000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sz="2000" dirty="0">
                <a:solidFill>
                  <a:srgbClr val="839483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FATS AND ESSENTIAL FIBERS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6977B0-631C-02C3-2E8C-3E973FA58636}"/>
              </a:ext>
            </a:extLst>
          </p:cNvPr>
          <p:cNvSpPr/>
          <p:nvPr/>
        </p:nvSpPr>
        <p:spPr>
          <a:xfrm>
            <a:off x="180000" y="2847916"/>
            <a:ext cx="4140000" cy="2947765"/>
          </a:xfrm>
          <a:prstGeom prst="roundRect">
            <a:avLst/>
          </a:prstGeom>
          <a:solidFill>
            <a:srgbClr val="1E1E1E"/>
          </a:solidFill>
          <a:ln w="9525">
            <a:noFill/>
          </a:ln>
          <a:effectLst>
            <a:outerShdw blurRad="254000" algn="ctr" rotWithShape="0">
              <a:srgbClr val="B2C2B2">
                <a:alpha val="84706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IN" sz="1200" dirty="0">
                <a:solidFill>
                  <a:srgbClr val="B2C2B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DAILY TARGET: </a:t>
            </a:r>
            <a:r>
              <a:rPr lang="en-IN" sz="1400" dirty="0">
                <a:solidFill>
                  <a:srgbClr val="B2C2B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35G FAT | 25G FIBER</a:t>
            </a:r>
          </a:p>
          <a:p>
            <a:pPr algn="ctr"/>
            <a:endParaRPr lang="en-IN" sz="1400" dirty="0">
              <a:solidFill>
                <a:srgbClr val="D4A59A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endParaRPr lang="en-IN" sz="1600" dirty="0"/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• EGG YOLKS + CHICKEN FAT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➔               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24G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FATS 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0G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FIBER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216 TOTAL KCAL </a:t>
            </a:r>
          </a:p>
          <a:p>
            <a:pPr algn="ctr"/>
            <a:endParaRPr lang="en-IN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• CHIA SEEDS SELECTION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(12G / 1 TBSP)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➔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4G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FATS 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4G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FIBER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60 TOTAL KCAL </a:t>
            </a:r>
            <a:endParaRPr lang="en-IN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endParaRPr lang="en-IN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• SPINACH</a:t>
            </a:r>
            <a:r>
              <a:rPr lang="en-IN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(100G)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+SALAD+ISOBGUL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(10G)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➔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7G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FATS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17G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FIBER </a:t>
            </a:r>
            <a:r>
              <a:rPr lang="en-IN" sz="16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40 TOTAL KCAL </a:t>
            </a:r>
            <a:endParaRPr lang="en-IN" sz="1400" dirty="0">
              <a:solidFill>
                <a:srgbClr val="A0A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15171B4-FF5A-D942-0D4E-9BD3A14A91B7}"/>
              </a:ext>
            </a:extLst>
          </p:cNvPr>
          <p:cNvSpPr/>
          <p:nvPr/>
        </p:nvSpPr>
        <p:spPr>
          <a:xfrm>
            <a:off x="169200" y="6448446"/>
            <a:ext cx="4140000" cy="1350319"/>
          </a:xfrm>
          <a:prstGeom prst="roundRect">
            <a:avLst/>
          </a:prstGeom>
          <a:solidFill>
            <a:srgbClr val="1E1E1E"/>
          </a:solidFill>
          <a:ln w="9525">
            <a:noFill/>
          </a:ln>
          <a:effectLst>
            <a:outerShdw blurRad="254000" algn="ctr" rotWithShape="0">
              <a:srgbClr val="B2C2B2">
                <a:alpha val="84706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IN" sz="1200" dirty="0">
              <a:solidFill>
                <a:srgbClr val="D4A59A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r>
              <a:rPr lang="en-IN" sz="1200" dirty="0"/>
              <a:t>🥦</a:t>
            </a:r>
            <a:r>
              <a:rPr lang="en-IN" sz="12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sz="1200" dirty="0">
                <a:solidFill>
                  <a:srgbClr val="B2C2B2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SWAPS</a:t>
            </a:r>
          </a:p>
          <a:p>
            <a:pPr algn="ctr"/>
            <a:endParaRPr lang="en-IN" sz="1200" dirty="0"/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BROCCOLI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350G</a:t>
            </a:r>
            <a:r>
              <a:rPr lang="en-IN" sz="1200" dirty="0"/>
              <a:t>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 FLAX SEEDS </a:t>
            </a:r>
            <a:r>
              <a:rPr lang="en-IN" sz="1200" dirty="0"/>
              <a:t>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15G 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 ALMONDS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15G</a:t>
            </a:r>
            <a:r>
              <a:rPr lang="en-IN" sz="1200" dirty="0">
                <a:solidFill>
                  <a:srgbClr val="D4A59A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</a:p>
          <a:p>
            <a:pPr algn="ctr"/>
            <a:endParaRPr lang="en-IN" sz="1200" dirty="0">
              <a:solidFill>
                <a:srgbClr val="D4A59A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endParaRPr lang="en-IN" sz="1600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9D642BE-7E67-B541-B181-551FD097A39D}"/>
              </a:ext>
            </a:extLst>
          </p:cNvPr>
          <p:cNvSpPr/>
          <p:nvPr/>
        </p:nvSpPr>
        <p:spPr>
          <a:xfrm>
            <a:off x="-188259" y="0"/>
            <a:ext cx="4867835" cy="11887200"/>
          </a:xfrm>
          <a:prstGeom prst="rect">
            <a:avLst/>
          </a:prstGeom>
          <a:solidFill>
            <a:srgbClr val="4472C4">
              <a:alpha val="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 descr="Avocado">
            <a:hlinkClick r:id="rId3" action="ppaction://hlinksldjump"/>
            <a:extLst>
              <a:ext uri="{FF2B5EF4-FFF2-40B4-BE49-F238E27FC236}">
                <a16:creationId xmlns:a16="http://schemas.microsoft.com/office/drawing/2014/main" id="{D6996C96-AFB8-01CE-B306-DF5C7D343F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2000" y="817200"/>
            <a:ext cx="608400" cy="608400"/>
          </a:xfrm>
          <a:prstGeom prst="rect">
            <a:avLst/>
          </a:prstGeom>
        </p:spPr>
      </p:pic>
      <p:sp>
        <p:nvSpPr>
          <p:cNvPr id="11" name="Protein card">
            <a:hlinkClick r:id="rId3" action="ppaction://hlinksldjump"/>
            <a:extLst>
              <a:ext uri="{FF2B5EF4-FFF2-40B4-BE49-F238E27FC236}">
                <a16:creationId xmlns:a16="http://schemas.microsoft.com/office/drawing/2014/main" id="{D5AFA3AC-CAA9-FFD0-E6E8-4AE571E39FAB}"/>
              </a:ext>
            </a:extLst>
          </p:cNvPr>
          <p:cNvSpPr/>
          <p:nvPr/>
        </p:nvSpPr>
        <p:spPr>
          <a:xfrm>
            <a:off x="-26894" y="831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DC18B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Carbs card">
            <a:hlinkClick r:id="rId3" action="ppaction://hlinksldjump"/>
            <a:extLst>
              <a:ext uri="{FF2B5EF4-FFF2-40B4-BE49-F238E27FC236}">
                <a16:creationId xmlns:a16="http://schemas.microsoft.com/office/drawing/2014/main" id="{D124303D-4CAD-ECE1-B522-1BD3451DD133}"/>
              </a:ext>
            </a:extLst>
          </p:cNvPr>
          <p:cNvSpPr/>
          <p:nvPr/>
        </p:nvSpPr>
        <p:spPr>
          <a:xfrm>
            <a:off x="-28800" y="867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4A5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ats and Fibers card">
            <a:hlinkClick r:id="rId3" action="ppaction://hlinksldjump"/>
            <a:extLst>
              <a:ext uri="{FF2B5EF4-FFF2-40B4-BE49-F238E27FC236}">
                <a16:creationId xmlns:a16="http://schemas.microsoft.com/office/drawing/2014/main" id="{C3895CE4-DE01-17F0-8689-090CF1E49F7F}"/>
              </a:ext>
            </a:extLst>
          </p:cNvPr>
          <p:cNvSpPr/>
          <p:nvPr/>
        </p:nvSpPr>
        <p:spPr>
          <a:xfrm>
            <a:off x="-28800" y="903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EAD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ipes card">
            <a:hlinkClick r:id="rId3" action="ppaction://hlinksldjump"/>
            <a:extLst>
              <a:ext uri="{FF2B5EF4-FFF2-40B4-BE49-F238E27FC236}">
                <a16:creationId xmlns:a16="http://schemas.microsoft.com/office/drawing/2014/main" id="{B431B924-109A-AFDA-1C04-D7891D80772D}"/>
              </a:ext>
            </a:extLst>
          </p:cNvPr>
          <p:cNvSpPr/>
          <p:nvPr/>
        </p:nvSpPr>
        <p:spPr>
          <a:xfrm>
            <a:off x="-28800" y="939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0C4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Graphic 30" descr="Chef">
            <a:hlinkClick r:id="rId3" action="ppaction://hlinksldjump"/>
            <a:extLst>
              <a:ext uri="{FF2B5EF4-FFF2-40B4-BE49-F238E27FC236}">
                <a16:creationId xmlns:a16="http://schemas.microsoft.com/office/drawing/2014/main" id="{CC3AA752-6212-C514-8BD8-B145FAE18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0000" y="9486000"/>
            <a:ext cx="180000" cy="180000"/>
          </a:xfrm>
          <a:prstGeom prst="rect">
            <a:avLst/>
          </a:prstGeom>
        </p:spPr>
      </p:pic>
      <p:pic>
        <p:nvPicPr>
          <p:cNvPr id="6" name="Graphic 5" descr="Muscular arm">
            <a:hlinkClick r:id="rId3" action="ppaction://hlinksldjump"/>
            <a:extLst>
              <a:ext uri="{FF2B5EF4-FFF2-40B4-BE49-F238E27FC236}">
                <a16:creationId xmlns:a16="http://schemas.microsoft.com/office/drawing/2014/main" id="{6122A2DA-90E0-892A-5C19-E4C350507D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160000" y="8406000"/>
            <a:ext cx="180000" cy="180000"/>
          </a:xfrm>
          <a:prstGeom prst="rect">
            <a:avLst/>
          </a:prstGeom>
        </p:spPr>
      </p:pic>
      <p:pic>
        <p:nvPicPr>
          <p:cNvPr id="20" name="Graphic 19" descr="Chicken leg">
            <a:hlinkClick r:id="rId3" action="ppaction://hlinksldjump"/>
            <a:extLst>
              <a:ext uri="{FF2B5EF4-FFF2-40B4-BE49-F238E27FC236}">
                <a16:creationId xmlns:a16="http://schemas.microsoft.com/office/drawing/2014/main" id="{E6B09997-F730-E29D-CBF5-136CF7B83A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0000" y="8766000"/>
            <a:ext cx="180000" cy="180000"/>
          </a:xfrm>
          <a:prstGeom prst="rect">
            <a:avLst/>
          </a:prstGeom>
        </p:spPr>
      </p:pic>
      <p:pic>
        <p:nvPicPr>
          <p:cNvPr id="7" name="Graphic 6" descr="Corn">
            <a:hlinkClick r:id="rId3" action="ppaction://hlinksldjump"/>
            <a:extLst>
              <a:ext uri="{FF2B5EF4-FFF2-40B4-BE49-F238E27FC236}">
                <a16:creationId xmlns:a16="http://schemas.microsoft.com/office/drawing/2014/main" id="{BFBB1647-E724-1FB5-C8AB-A50FB38C55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60000" y="912600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51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09089-3FD1-9756-AB8D-18C0510B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CF47BB16-45CC-7F26-773F-23FB8CB421FE}"/>
              </a:ext>
            </a:extLst>
          </p:cNvPr>
          <p:cNvSpPr txBox="1"/>
          <p:nvPr/>
        </p:nvSpPr>
        <p:spPr>
          <a:xfrm>
            <a:off x="0" y="1792800"/>
            <a:ext cx="4500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B0C4DE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04</a:t>
            </a:r>
            <a:r>
              <a:rPr lang="en-IN" sz="2000" dirty="0"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  <a:r>
              <a:rPr lang="en-IN" sz="2000" dirty="0">
                <a:solidFill>
                  <a:srgbClr val="7E93AD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THE 3 MASTER RECIPES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3B3EE2-65C5-19C9-EE8D-BD5C99D980C3}"/>
              </a:ext>
            </a:extLst>
          </p:cNvPr>
          <p:cNvSpPr/>
          <p:nvPr/>
        </p:nvSpPr>
        <p:spPr>
          <a:xfrm>
            <a:off x="180000" y="2560110"/>
            <a:ext cx="4140000" cy="3867584"/>
          </a:xfrm>
          <a:prstGeom prst="roundRect">
            <a:avLst/>
          </a:prstGeom>
          <a:solidFill>
            <a:srgbClr val="1E1E1E"/>
          </a:solidFill>
          <a:ln w="9525">
            <a:noFill/>
          </a:ln>
          <a:effectLst>
            <a:outerShdw blurRad="254000" algn="ctr" rotWithShape="0">
              <a:srgbClr val="B0C4DE">
                <a:alpha val="84706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200" dirty="0">
                <a:solidFill>
                  <a:srgbClr val="B0C4DE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MEALS 2 &amp; 3: </a:t>
            </a:r>
            <a:r>
              <a:rPr lang="en-US" sz="1400" dirty="0">
                <a:solidFill>
                  <a:srgbClr val="B0C4DE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ONE-PAN MASTER DIET BIRYANI</a:t>
            </a:r>
            <a:endParaRPr lang="en-IN" sz="1400" dirty="0">
              <a:solidFill>
                <a:srgbClr val="B0C4DE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endParaRPr lang="en-IN" sz="1200" dirty="0">
              <a:solidFill>
                <a:srgbClr val="D4A59A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• PREPARATION (COOK ONCE / SPLIT EQUALLY):  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1.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MARINATE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300G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CHICKEN IN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30G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DAHI, RED CHILI, CORIANDER, GARAM MASALA,LEMON AND SALT.  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2.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ROAST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100G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SOAKED RICE WITH WHOLE SPICES IN MEASURED BUTTER. ADD WATER AND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100G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SPINACH.  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3.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LAYER CHICKEN OVER GRAINS. COVER TIGHTLY; SIMMER ON LOW FOR </a:t>
            </a:r>
            <a:r>
              <a:rPr lang="en-IN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20-25 MINUTES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   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4.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DIVIDE INTO TWO EQUAL CONTAINERS. TOP EACH WITH </a:t>
            </a:r>
            <a:r>
              <a:rPr lang="en-IN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  <a:r>
              <a:rPr lang="en-IN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HALVED BOILED EGGS.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50B11BE-F048-C482-AC69-250528886E6A}"/>
              </a:ext>
            </a:extLst>
          </p:cNvPr>
          <p:cNvSpPr/>
          <p:nvPr/>
        </p:nvSpPr>
        <p:spPr>
          <a:xfrm>
            <a:off x="180000" y="6902186"/>
            <a:ext cx="4140000" cy="1061789"/>
          </a:xfrm>
          <a:prstGeom prst="roundRect">
            <a:avLst/>
          </a:prstGeom>
          <a:solidFill>
            <a:srgbClr val="1E1E1E"/>
          </a:solidFill>
          <a:ln w="9525">
            <a:noFill/>
          </a:ln>
          <a:effectLst>
            <a:outerShdw blurRad="254000" algn="ctr" rotWithShape="0">
              <a:srgbClr val="B0C4DE">
                <a:alpha val="84706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IN" sz="1200" dirty="0">
              <a:solidFill>
                <a:srgbClr val="D4A59A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0C4DE"/>
                </a:solidFill>
                <a:effectLst/>
                <a:uLnTx/>
                <a:uFillTx/>
                <a:latin typeface="Segoe UI Bold" panose="020B0802040204020203" pitchFamily="34" charset="0"/>
                <a:ea typeface="+mn-ea"/>
                <a:cs typeface="Segoe UI Bold" panose="020B0802040204020203" pitchFamily="34" charset="0"/>
              </a:rPr>
              <a:t>MEAL 1: </a:t>
            </a:r>
            <a:r>
              <a:rPr lang="en-US" sz="1400" dirty="0">
                <a:solidFill>
                  <a:srgbClr val="B0C4DE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CHIA PUDDING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B0C4DE"/>
              </a:solidFill>
              <a:effectLst/>
              <a:uLnTx/>
              <a:uFillTx/>
              <a:latin typeface="Segoe UI Bold" panose="020B0802040204020203" pitchFamily="34" charset="0"/>
              <a:ea typeface="+mn-ea"/>
              <a:cs typeface="Segoe UI Bold" panose="020B0802040204020203" pitchFamily="34" charset="0"/>
            </a:endParaRPr>
          </a:p>
          <a:p>
            <a:pPr algn="ctr"/>
            <a:endParaRPr lang="en-IN" sz="1200" dirty="0">
              <a:solidFill>
                <a:srgbClr val="EADCC4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r>
              <a:rPr lang="en-US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MIX </a:t>
            </a:r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150G</a:t>
            </a:r>
            <a:r>
              <a:rPr lang="en-US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YOGURT + </a:t>
            </a:r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12G</a:t>
            </a:r>
            <a:r>
              <a:rPr lang="en-US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CHIA SEEDS. REST</a:t>
            </a:r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10 MINS</a:t>
            </a:r>
            <a:r>
              <a:rPr lang="en-US" sz="1400" dirty="0">
                <a:solidFill>
                  <a:srgbClr val="A0A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 TOP WITH FRUIT &amp; HONEY.</a:t>
            </a:r>
            <a:endParaRPr lang="en-IN" sz="1200" dirty="0">
              <a:solidFill>
                <a:srgbClr val="D4A59A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endParaRPr lang="en-IN" sz="1600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39E3576A-1F48-E2B4-FE7A-99BF19037316}"/>
              </a:ext>
            </a:extLst>
          </p:cNvPr>
          <p:cNvSpPr/>
          <p:nvPr/>
        </p:nvSpPr>
        <p:spPr>
          <a:xfrm>
            <a:off x="-188259" y="0"/>
            <a:ext cx="4867835" cy="11887200"/>
          </a:xfrm>
          <a:prstGeom prst="rect">
            <a:avLst/>
          </a:prstGeom>
          <a:solidFill>
            <a:srgbClr val="4472C4">
              <a:alpha val="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Protein card">
            <a:hlinkClick r:id="rId3" action="ppaction://hlinksldjump"/>
            <a:extLst>
              <a:ext uri="{FF2B5EF4-FFF2-40B4-BE49-F238E27FC236}">
                <a16:creationId xmlns:a16="http://schemas.microsoft.com/office/drawing/2014/main" id="{EC607A56-E665-F46D-22B0-D04D0527B419}"/>
              </a:ext>
            </a:extLst>
          </p:cNvPr>
          <p:cNvSpPr/>
          <p:nvPr/>
        </p:nvSpPr>
        <p:spPr>
          <a:xfrm>
            <a:off x="-26894" y="831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DC18B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Carbs card">
            <a:hlinkClick r:id="rId3" action="ppaction://hlinksldjump"/>
            <a:extLst>
              <a:ext uri="{FF2B5EF4-FFF2-40B4-BE49-F238E27FC236}">
                <a16:creationId xmlns:a16="http://schemas.microsoft.com/office/drawing/2014/main" id="{BF9D257A-12C9-B632-55A1-6415285F70F5}"/>
              </a:ext>
            </a:extLst>
          </p:cNvPr>
          <p:cNvSpPr/>
          <p:nvPr/>
        </p:nvSpPr>
        <p:spPr>
          <a:xfrm>
            <a:off x="-28800" y="867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D4A5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ats and Fibers card">
            <a:hlinkClick r:id="rId3" action="ppaction://hlinksldjump"/>
            <a:extLst>
              <a:ext uri="{FF2B5EF4-FFF2-40B4-BE49-F238E27FC236}">
                <a16:creationId xmlns:a16="http://schemas.microsoft.com/office/drawing/2014/main" id="{290F5FDC-D004-3539-5E90-62EE3C085337}"/>
              </a:ext>
            </a:extLst>
          </p:cNvPr>
          <p:cNvSpPr/>
          <p:nvPr/>
        </p:nvSpPr>
        <p:spPr>
          <a:xfrm>
            <a:off x="-28800" y="903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EAD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ipes card">
            <a:hlinkClick r:id="rId3" action="ppaction://hlinksldjump"/>
            <a:extLst>
              <a:ext uri="{FF2B5EF4-FFF2-40B4-BE49-F238E27FC236}">
                <a16:creationId xmlns:a16="http://schemas.microsoft.com/office/drawing/2014/main" id="{3DAB390B-F3AB-63BC-04C4-B714B8FA46F5}"/>
              </a:ext>
            </a:extLst>
          </p:cNvPr>
          <p:cNvSpPr/>
          <p:nvPr/>
        </p:nvSpPr>
        <p:spPr>
          <a:xfrm>
            <a:off x="-28800" y="9396000"/>
            <a:ext cx="4536000" cy="1800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B2C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Muscular arm">
            <a:hlinkClick r:id="rId3" action="ppaction://hlinksldjump"/>
            <a:extLst>
              <a:ext uri="{FF2B5EF4-FFF2-40B4-BE49-F238E27FC236}">
                <a16:creationId xmlns:a16="http://schemas.microsoft.com/office/drawing/2014/main" id="{53FC2CB6-EC68-AD92-4E56-4A11966BF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60000" y="8406000"/>
            <a:ext cx="180000" cy="180000"/>
          </a:xfrm>
          <a:prstGeom prst="rect">
            <a:avLst/>
          </a:prstGeom>
        </p:spPr>
      </p:pic>
      <p:pic>
        <p:nvPicPr>
          <p:cNvPr id="20" name="Graphic 19" descr="Chicken leg">
            <a:hlinkClick r:id="rId3" action="ppaction://hlinksldjump"/>
            <a:extLst>
              <a:ext uri="{FF2B5EF4-FFF2-40B4-BE49-F238E27FC236}">
                <a16:creationId xmlns:a16="http://schemas.microsoft.com/office/drawing/2014/main" id="{BC3791E6-B14B-B07C-89D7-3E7834CE6B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0000" y="8766000"/>
            <a:ext cx="180000" cy="180000"/>
          </a:xfrm>
          <a:prstGeom prst="rect">
            <a:avLst/>
          </a:prstGeom>
        </p:spPr>
      </p:pic>
      <p:pic>
        <p:nvPicPr>
          <p:cNvPr id="7" name="Graphic 6" descr="Corn">
            <a:hlinkClick r:id="rId3" action="ppaction://hlinksldjump"/>
            <a:extLst>
              <a:ext uri="{FF2B5EF4-FFF2-40B4-BE49-F238E27FC236}">
                <a16:creationId xmlns:a16="http://schemas.microsoft.com/office/drawing/2014/main" id="{D8621603-862B-444F-980E-99CAE14C8B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0000" y="9126000"/>
            <a:ext cx="180000" cy="180000"/>
          </a:xfrm>
          <a:prstGeom prst="rect">
            <a:avLst/>
          </a:prstGeom>
        </p:spPr>
      </p:pic>
      <p:pic>
        <p:nvPicPr>
          <p:cNvPr id="4" name="Graphic 3" descr="Chef">
            <a:hlinkClick r:id="rId3" action="ppaction://hlinksldjump"/>
            <a:extLst>
              <a:ext uri="{FF2B5EF4-FFF2-40B4-BE49-F238E27FC236}">
                <a16:creationId xmlns:a16="http://schemas.microsoft.com/office/drawing/2014/main" id="{5A9288EC-43A0-6DFA-7255-4654B887CB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2000" y="817200"/>
            <a:ext cx="608400" cy="608400"/>
          </a:xfrm>
          <a:prstGeom prst="rect">
            <a:avLst/>
          </a:prstGeom>
        </p:spPr>
      </p:pic>
      <p:pic>
        <p:nvPicPr>
          <p:cNvPr id="8" name="Graphic 7" descr="Avocado">
            <a:hlinkClick r:id="rId3" action="ppaction://hlinksldjump"/>
            <a:extLst>
              <a:ext uri="{FF2B5EF4-FFF2-40B4-BE49-F238E27FC236}">
                <a16:creationId xmlns:a16="http://schemas.microsoft.com/office/drawing/2014/main" id="{569F9543-EB29-B284-2E16-5CA76A7882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60000" y="948600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47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624</TotalTime>
  <Words>438</Words>
  <Application>Microsoft Office PowerPoint</Application>
  <PresentationFormat>Custom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Segoe UI Bold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Siladitya Kar</dc:creator>
  <cp:lastModifiedBy>Siladitya Kar</cp:lastModifiedBy>
  <cp:revision>2</cp:revision>
  <dcterms:created xsi:type="dcterms:W3CDTF">2026-09-20T10:40:49Z</dcterms:created>
  <dcterms:modified xsi:type="dcterms:W3CDTF">2026-09-21T08:57:33Z</dcterms:modified>
</cp:coreProperties>
</file>